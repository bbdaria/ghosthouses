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4120475" cy="34920238"/>
  <p:notesSz cx="7559675" cy="10691813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282468-0EAF-40B0-9489-C826880ECD18}" v="1" dt="2026-06-28T10:27:00.0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026" autoAdjust="0"/>
  </p:normalViewPr>
  <p:slideViewPr>
    <p:cSldViewPr snapToGrid="0">
      <p:cViewPr>
        <p:scale>
          <a:sx n="66" d="100"/>
          <a:sy n="66" d="100"/>
        </p:scale>
        <p:origin x="38" y="-37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eem Araide" userId="de348250dbb8bac6" providerId="LiveId" clId="{65F28107-F77A-404E-ADBF-4CBF28DF91CB}"/>
    <pc:docChg chg="undo custSel modSld">
      <pc:chgData name="Kareem Araide" userId="de348250dbb8bac6" providerId="LiveId" clId="{65F28107-F77A-404E-ADBF-4CBF28DF91CB}" dt="2026-06-28T10:50:16.525" v="20" actId="14100"/>
      <pc:docMkLst>
        <pc:docMk/>
      </pc:docMkLst>
      <pc:sldChg chg="delSp modSp mod modNotesTx">
        <pc:chgData name="Kareem Araide" userId="de348250dbb8bac6" providerId="LiveId" clId="{65F28107-F77A-404E-ADBF-4CBF28DF91CB}" dt="2026-06-28T10:50:16.525" v="20" actId="14100"/>
        <pc:sldMkLst>
          <pc:docMk/>
          <pc:sldMk cId="0" sldId="256"/>
        </pc:sldMkLst>
        <pc:spChg chg="mod">
          <ac:chgData name="Kareem Araide" userId="de348250dbb8bac6" providerId="LiveId" clId="{65F28107-F77A-404E-ADBF-4CBF28DF91CB}" dt="2026-06-28T10:50:16.525" v="20" actId="14100"/>
          <ac:spMkLst>
            <pc:docMk/>
            <pc:sldMk cId="0" sldId="256"/>
            <ac:spMk id="107" creationId="{00000000-0000-0000-0000-000000000000}"/>
          </ac:spMkLst>
        </pc:spChg>
        <pc:spChg chg="mod">
          <ac:chgData name="Kareem Araide" userId="de348250dbb8bac6" providerId="LiveId" clId="{65F28107-F77A-404E-ADBF-4CBF28DF91CB}" dt="2026-06-28T10:46:01.807" v="17" actId="404"/>
          <ac:spMkLst>
            <pc:docMk/>
            <pc:sldMk cId="0" sldId="256"/>
            <ac:spMk id="108" creationId="{00000000-0000-0000-0000-000000000000}"/>
          </ac:spMkLst>
        </pc:spChg>
        <pc:spChg chg="del">
          <ac:chgData name="Kareem Araide" userId="de348250dbb8bac6" providerId="LiveId" clId="{65F28107-F77A-404E-ADBF-4CBF28DF91CB}" dt="2026-06-28T10:26:56.318" v="0" actId="478"/>
          <ac:spMkLst>
            <pc:docMk/>
            <pc:sldMk cId="0" sldId="256"/>
            <ac:spMk id="10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C2335D-0E1B-46D8-8611-766E5E2BCE0B}" type="datetimeFigureOut">
              <a:rPr lang="en-IL" smtClean="0"/>
              <a:t>28/06/2026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33650" y="1336675"/>
            <a:ext cx="249237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98D93F-4017-4274-B2E0-6C4749686F6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04598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sz="1200" b="0" strike="noStrike" spc="-1" dirty="0">
                <a:solidFill>
                  <a:srgbClr val="333333"/>
                </a:solidFill>
                <a:latin typeface="Segoe UI"/>
              </a:rPr>
              <a:t>tagline - Short teaser describing main advantage or function of your project. SHORT - UP TO 6 WORDS MAX. For example - "delivers the drink right to you!" , "learn programming basics without a computer" , "control your air conditioner remotely" , etc. </a:t>
            </a:r>
            <a:endParaRPr lang="en" sz="1200" b="0" strike="noStrike" spc="-1" dirty="0">
              <a:latin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98D93F-4017-4274-B2E0-6C4749686F61}" type="slidenum">
              <a:rPr lang="en-IL" smtClean="0"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07210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206000" y="1393200"/>
            <a:ext cx="21707640" cy="5831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he-IL" sz="311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ubTitle"/>
          </p:nvPr>
        </p:nvSpPr>
        <p:spPr>
          <a:xfrm>
            <a:off x="1206000" y="8171280"/>
            <a:ext cx="21707640" cy="202532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206000" y="1393200"/>
            <a:ext cx="21707640" cy="5831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he-IL" sz="311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1206000" y="8171280"/>
            <a:ext cx="21707640" cy="20253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he-IL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206000" y="1393200"/>
            <a:ext cx="21707640" cy="5831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he-IL" sz="311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1206000" y="8171280"/>
            <a:ext cx="10593000" cy="20253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he-I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12328920" y="8171280"/>
            <a:ext cx="10593000" cy="20253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he-IL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206000" y="1393200"/>
            <a:ext cx="21707640" cy="5831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he-IL" sz="311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subTitle"/>
          </p:nvPr>
        </p:nvSpPr>
        <p:spPr>
          <a:xfrm>
            <a:off x="1206000" y="1393200"/>
            <a:ext cx="21707640" cy="270316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206000" y="1393200"/>
            <a:ext cx="21707640" cy="5831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he-IL" sz="311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1206000" y="8171280"/>
            <a:ext cx="10593000" cy="9660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he-I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12328920" y="8171280"/>
            <a:ext cx="10593000" cy="20253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he-I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body"/>
          </p:nvPr>
        </p:nvSpPr>
        <p:spPr>
          <a:xfrm>
            <a:off x="1206000" y="18749880"/>
            <a:ext cx="10593000" cy="9660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he-IL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1206000" y="1393200"/>
            <a:ext cx="21707640" cy="5831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he-IL" sz="311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1206000" y="8171280"/>
            <a:ext cx="10593000" cy="20253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he-I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12328920" y="8171280"/>
            <a:ext cx="10593000" cy="9660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he-I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body"/>
          </p:nvPr>
        </p:nvSpPr>
        <p:spPr>
          <a:xfrm>
            <a:off x="12328920" y="18749880"/>
            <a:ext cx="10593000" cy="9660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he-IL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1206000" y="1393200"/>
            <a:ext cx="21707640" cy="5831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he-IL" sz="311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1206000" y="8171280"/>
            <a:ext cx="10593000" cy="9660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he-I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12328920" y="8171280"/>
            <a:ext cx="10593000" cy="9660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he-I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body"/>
          </p:nvPr>
        </p:nvSpPr>
        <p:spPr>
          <a:xfrm>
            <a:off x="1206000" y="18749880"/>
            <a:ext cx="21707640" cy="9660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he-IL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206000" y="1393200"/>
            <a:ext cx="21707640" cy="5831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he-IL" sz="311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1206000" y="8171280"/>
            <a:ext cx="21707640" cy="9660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he-I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body"/>
          </p:nvPr>
        </p:nvSpPr>
        <p:spPr>
          <a:xfrm>
            <a:off x="1206000" y="18749880"/>
            <a:ext cx="21707640" cy="9660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he-IL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206000" y="1393200"/>
            <a:ext cx="21707640" cy="5831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he-IL" sz="311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1206000" y="8171280"/>
            <a:ext cx="10593000" cy="9660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he-I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12328920" y="8171280"/>
            <a:ext cx="10593000" cy="9660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he-I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body"/>
          </p:nvPr>
        </p:nvSpPr>
        <p:spPr>
          <a:xfrm>
            <a:off x="1206000" y="18749880"/>
            <a:ext cx="10593000" cy="9660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he-I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" name="PlaceHolder 5"/>
          <p:cNvSpPr>
            <a:spLocks noGrp="1"/>
          </p:cNvSpPr>
          <p:nvPr>
            <p:ph type="body"/>
          </p:nvPr>
        </p:nvSpPr>
        <p:spPr>
          <a:xfrm>
            <a:off x="12328920" y="18749880"/>
            <a:ext cx="10593000" cy="9660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he-IL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206000" y="1393200"/>
            <a:ext cx="21707640" cy="5831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he-IL" sz="311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1206000" y="8171280"/>
            <a:ext cx="6989760" cy="9660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he-I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body"/>
          </p:nvPr>
        </p:nvSpPr>
        <p:spPr>
          <a:xfrm>
            <a:off x="8545680" y="8171280"/>
            <a:ext cx="6989760" cy="9660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he-I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body"/>
          </p:nvPr>
        </p:nvSpPr>
        <p:spPr>
          <a:xfrm>
            <a:off x="15885360" y="8171280"/>
            <a:ext cx="6989760" cy="9660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he-I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PlaceHolder 5"/>
          <p:cNvSpPr>
            <a:spLocks noGrp="1"/>
          </p:cNvSpPr>
          <p:nvPr>
            <p:ph type="body"/>
          </p:nvPr>
        </p:nvSpPr>
        <p:spPr>
          <a:xfrm>
            <a:off x="1206000" y="18749880"/>
            <a:ext cx="6989760" cy="9660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he-I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PlaceHolder 6"/>
          <p:cNvSpPr>
            <a:spLocks noGrp="1"/>
          </p:cNvSpPr>
          <p:nvPr>
            <p:ph type="body"/>
          </p:nvPr>
        </p:nvSpPr>
        <p:spPr>
          <a:xfrm>
            <a:off x="8545680" y="18749880"/>
            <a:ext cx="6989760" cy="9660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he-I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PlaceHolder 7"/>
          <p:cNvSpPr>
            <a:spLocks noGrp="1"/>
          </p:cNvSpPr>
          <p:nvPr>
            <p:ph type="body"/>
          </p:nvPr>
        </p:nvSpPr>
        <p:spPr>
          <a:xfrm>
            <a:off x="15885360" y="18749880"/>
            <a:ext cx="6989760" cy="9660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he-IL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CustomShape 1"/>
          <p:cNvSpPr/>
          <p:nvPr/>
        </p:nvSpPr>
        <p:spPr>
          <a:xfrm>
            <a:off x="7467120" y="10505160"/>
            <a:ext cx="16655400" cy="24408360"/>
          </a:xfrm>
          <a:custGeom>
            <a:avLst/>
            <a:gdLst/>
            <a:ahLst/>
            <a:cxnLst/>
            <a:rect l="l" t="t" r="r" b="b"/>
            <a:pathLst>
              <a:path w="9716769" h="14052550">
                <a:moveTo>
                  <a:pt x="9716550" y="0"/>
                </a:moveTo>
                <a:lnTo>
                  <a:pt x="0" y="14052480"/>
                </a:lnTo>
                <a:lnTo>
                  <a:pt x="9716550" y="14052480"/>
                </a:lnTo>
                <a:lnTo>
                  <a:pt x="9716550" y="0"/>
                </a:lnTo>
                <a:close/>
              </a:path>
            </a:pathLst>
          </a:custGeom>
          <a:solidFill>
            <a:srgbClr val="70CCD7">
              <a:alpha val="2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69" name="CustomShape 2"/>
          <p:cNvSpPr/>
          <p:nvPr/>
        </p:nvSpPr>
        <p:spPr>
          <a:xfrm>
            <a:off x="360" y="10546560"/>
            <a:ext cx="17007120" cy="24374160"/>
          </a:xfrm>
          <a:custGeom>
            <a:avLst/>
            <a:gdLst/>
            <a:ahLst/>
            <a:cxnLst/>
            <a:rect l="l" t="t" r="r" b="b"/>
            <a:pathLst>
              <a:path w="9921875" h="14032865">
                <a:moveTo>
                  <a:pt x="0" y="0"/>
                </a:moveTo>
                <a:lnTo>
                  <a:pt x="0" y="14032339"/>
                </a:lnTo>
                <a:lnTo>
                  <a:pt x="9921815" y="14032339"/>
                </a:lnTo>
                <a:lnTo>
                  <a:pt x="0" y="0"/>
                </a:lnTo>
                <a:close/>
              </a:path>
            </a:pathLst>
          </a:custGeom>
          <a:solidFill>
            <a:srgbClr val="F3ED63">
              <a:alpha val="2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2" name="CustomShape 3"/>
          <p:cNvSpPr/>
          <p:nvPr/>
        </p:nvSpPr>
        <p:spPr>
          <a:xfrm>
            <a:off x="360" y="14583240"/>
            <a:ext cx="14187960" cy="20330640"/>
          </a:xfrm>
          <a:custGeom>
            <a:avLst/>
            <a:gdLst/>
            <a:ahLst/>
            <a:cxnLst/>
            <a:rect l="l" t="t" r="r" b="b"/>
            <a:pathLst>
              <a:path w="8277225" h="11704955">
                <a:moveTo>
                  <a:pt x="0" y="0"/>
                </a:moveTo>
                <a:lnTo>
                  <a:pt x="0" y="11704655"/>
                </a:lnTo>
                <a:lnTo>
                  <a:pt x="8276890" y="11704655"/>
                </a:lnTo>
                <a:lnTo>
                  <a:pt x="0" y="0"/>
                </a:lnTo>
                <a:close/>
              </a:path>
            </a:pathLst>
          </a:custGeom>
          <a:solidFill>
            <a:srgbClr val="27232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3" name="CustomShape 4"/>
          <p:cNvSpPr/>
          <p:nvPr/>
        </p:nvSpPr>
        <p:spPr>
          <a:xfrm>
            <a:off x="4295160" y="2213280"/>
            <a:ext cx="1559520" cy="1100520"/>
          </a:xfrm>
          <a:custGeom>
            <a:avLst/>
            <a:gdLst/>
            <a:ahLst/>
            <a:cxnLst/>
            <a:rect l="l" t="t" r="r" b="b"/>
            <a:pathLst>
              <a:path w="909954" h="633730">
                <a:moveTo>
                  <a:pt x="831724" y="0"/>
                </a:moveTo>
                <a:lnTo>
                  <a:pt x="0" y="0"/>
                </a:lnTo>
                <a:lnTo>
                  <a:pt x="0" y="22830"/>
                </a:lnTo>
                <a:lnTo>
                  <a:pt x="831724" y="22830"/>
                </a:lnTo>
                <a:lnTo>
                  <a:pt x="853112" y="26683"/>
                </a:lnTo>
                <a:lnTo>
                  <a:pt x="870597" y="37186"/>
                </a:lnTo>
                <a:lnTo>
                  <a:pt x="882395" y="52750"/>
                </a:lnTo>
                <a:lnTo>
                  <a:pt x="886725" y="71787"/>
                </a:lnTo>
                <a:lnTo>
                  <a:pt x="882395" y="90828"/>
                </a:lnTo>
                <a:lnTo>
                  <a:pt x="870597" y="106392"/>
                </a:lnTo>
                <a:lnTo>
                  <a:pt x="853112" y="116893"/>
                </a:lnTo>
                <a:lnTo>
                  <a:pt x="831724" y="120745"/>
                </a:lnTo>
                <a:lnTo>
                  <a:pt x="390812" y="120745"/>
                </a:lnTo>
                <a:lnTo>
                  <a:pt x="390812" y="186193"/>
                </a:lnTo>
                <a:lnTo>
                  <a:pt x="831724" y="186193"/>
                </a:lnTo>
                <a:lnTo>
                  <a:pt x="853112" y="190047"/>
                </a:lnTo>
                <a:lnTo>
                  <a:pt x="870597" y="200550"/>
                </a:lnTo>
                <a:lnTo>
                  <a:pt x="882395" y="216116"/>
                </a:lnTo>
                <a:lnTo>
                  <a:pt x="886725" y="235158"/>
                </a:lnTo>
                <a:lnTo>
                  <a:pt x="882395" y="254195"/>
                </a:lnTo>
                <a:lnTo>
                  <a:pt x="870597" y="269759"/>
                </a:lnTo>
                <a:lnTo>
                  <a:pt x="853112" y="280262"/>
                </a:lnTo>
                <a:lnTo>
                  <a:pt x="831724" y="284116"/>
                </a:lnTo>
                <a:lnTo>
                  <a:pt x="390812" y="284116"/>
                </a:lnTo>
                <a:lnTo>
                  <a:pt x="390812" y="349563"/>
                </a:lnTo>
                <a:lnTo>
                  <a:pt x="831724" y="349563"/>
                </a:lnTo>
                <a:lnTo>
                  <a:pt x="853112" y="353417"/>
                </a:lnTo>
                <a:lnTo>
                  <a:pt x="870597" y="363921"/>
                </a:lnTo>
                <a:lnTo>
                  <a:pt x="882395" y="379487"/>
                </a:lnTo>
                <a:lnTo>
                  <a:pt x="886725" y="398528"/>
                </a:lnTo>
                <a:lnTo>
                  <a:pt x="882395" y="417566"/>
                </a:lnTo>
                <a:lnTo>
                  <a:pt x="870597" y="433130"/>
                </a:lnTo>
                <a:lnTo>
                  <a:pt x="853112" y="443632"/>
                </a:lnTo>
                <a:lnTo>
                  <a:pt x="831724" y="447486"/>
                </a:lnTo>
                <a:lnTo>
                  <a:pt x="390812" y="447486"/>
                </a:lnTo>
                <a:lnTo>
                  <a:pt x="390812" y="512927"/>
                </a:lnTo>
                <a:lnTo>
                  <a:pt x="831724" y="512927"/>
                </a:lnTo>
                <a:lnTo>
                  <a:pt x="853112" y="516781"/>
                </a:lnTo>
                <a:lnTo>
                  <a:pt x="870597" y="527287"/>
                </a:lnTo>
                <a:lnTo>
                  <a:pt x="882395" y="542853"/>
                </a:lnTo>
                <a:lnTo>
                  <a:pt x="886725" y="561892"/>
                </a:lnTo>
                <a:lnTo>
                  <a:pt x="882395" y="580932"/>
                </a:lnTo>
                <a:lnTo>
                  <a:pt x="870597" y="596496"/>
                </a:lnTo>
                <a:lnTo>
                  <a:pt x="853112" y="606997"/>
                </a:lnTo>
                <a:lnTo>
                  <a:pt x="831724" y="610850"/>
                </a:lnTo>
                <a:lnTo>
                  <a:pt x="199143" y="610850"/>
                </a:lnTo>
                <a:lnTo>
                  <a:pt x="199143" y="633680"/>
                </a:lnTo>
                <a:lnTo>
                  <a:pt x="831724" y="633680"/>
                </a:lnTo>
                <a:lnTo>
                  <a:pt x="861965" y="628029"/>
                </a:lnTo>
                <a:lnTo>
                  <a:pt x="886687" y="612629"/>
                </a:lnTo>
                <a:lnTo>
                  <a:pt x="903370" y="589807"/>
                </a:lnTo>
                <a:lnTo>
                  <a:pt x="909491" y="561892"/>
                </a:lnTo>
                <a:lnTo>
                  <a:pt x="903370" y="533973"/>
                </a:lnTo>
                <a:lnTo>
                  <a:pt x="886687" y="511152"/>
                </a:lnTo>
                <a:lnTo>
                  <a:pt x="861965" y="495753"/>
                </a:lnTo>
                <a:lnTo>
                  <a:pt x="831724" y="490104"/>
                </a:lnTo>
                <a:lnTo>
                  <a:pt x="413578" y="490104"/>
                </a:lnTo>
                <a:lnTo>
                  <a:pt x="413578" y="470309"/>
                </a:lnTo>
                <a:lnTo>
                  <a:pt x="831724" y="470309"/>
                </a:lnTo>
                <a:lnTo>
                  <a:pt x="861965" y="464659"/>
                </a:lnTo>
                <a:lnTo>
                  <a:pt x="886687" y="449259"/>
                </a:lnTo>
                <a:lnTo>
                  <a:pt x="903370" y="426440"/>
                </a:lnTo>
                <a:lnTo>
                  <a:pt x="909491" y="398528"/>
                </a:lnTo>
                <a:lnTo>
                  <a:pt x="903370" y="370606"/>
                </a:lnTo>
                <a:lnTo>
                  <a:pt x="886687" y="347782"/>
                </a:lnTo>
                <a:lnTo>
                  <a:pt x="861965" y="332383"/>
                </a:lnTo>
                <a:lnTo>
                  <a:pt x="831724" y="326733"/>
                </a:lnTo>
                <a:lnTo>
                  <a:pt x="413578" y="326733"/>
                </a:lnTo>
                <a:lnTo>
                  <a:pt x="413578" y="306946"/>
                </a:lnTo>
                <a:lnTo>
                  <a:pt x="831724" y="306946"/>
                </a:lnTo>
                <a:lnTo>
                  <a:pt x="861965" y="301295"/>
                </a:lnTo>
                <a:lnTo>
                  <a:pt x="886687" y="285895"/>
                </a:lnTo>
                <a:lnTo>
                  <a:pt x="903370" y="263073"/>
                </a:lnTo>
                <a:lnTo>
                  <a:pt x="909491" y="235158"/>
                </a:lnTo>
                <a:lnTo>
                  <a:pt x="903370" y="207238"/>
                </a:lnTo>
                <a:lnTo>
                  <a:pt x="886687" y="184414"/>
                </a:lnTo>
                <a:lnTo>
                  <a:pt x="861965" y="169014"/>
                </a:lnTo>
                <a:lnTo>
                  <a:pt x="831724" y="163363"/>
                </a:lnTo>
                <a:lnTo>
                  <a:pt x="413578" y="163363"/>
                </a:lnTo>
                <a:lnTo>
                  <a:pt x="413578" y="143575"/>
                </a:lnTo>
                <a:lnTo>
                  <a:pt x="831724" y="143575"/>
                </a:lnTo>
                <a:lnTo>
                  <a:pt x="861965" y="137925"/>
                </a:lnTo>
                <a:lnTo>
                  <a:pt x="886687" y="122525"/>
                </a:lnTo>
                <a:lnTo>
                  <a:pt x="903370" y="99703"/>
                </a:lnTo>
                <a:lnTo>
                  <a:pt x="909491" y="71787"/>
                </a:lnTo>
                <a:lnTo>
                  <a:pt x="903370" y="43869"/>
                </a:lnTo>
                <a:lnTo>
                  <a:pt x="886687" y="21048"/>
                </a:lnTo>
                <a:lnTo>
                  <a:pt x="861965" y="5649"/>
                </a:lnTo>
                <a:lnTo>
                  <a:pt x="831724" y="0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4" name="CustomShape 5"/>
          <p:cNvSpPr/>
          <p:nvPr/>
        </p:nvSpPr>
        <p:spPr>
          <a:xfrm>
            <a:off x="3032280" y="1486440"/>
            <a:ext cx="1477800" cy="1523880"/>
          </a:xfrm>
          <a:custGeom>
            <a:avLst/>
            <a:gdLst/>
            <a:ahLst/>
            <a:cxnLst/>
            <a:rect l="l" t="t" r="r" b="b"/>
            <a:pathLst>
              <a:path w="862330" h="877569">
                <a:moveTo>
                  <a:pt x="648190" y="0"/>
                </a:moveTo>
                <a:lnTo>
                  <a:pt x="638783" y="312916"/>
                </a:lnTo>
                <a:lnTo>
                  <a:pt x="612772" y="479002"/>
                </a:lnTo>
                <a:lnTo>
                  <a:pt x="549568" y="553862"/>
                </a:lnTo>
                <a:lnTo>
                  <a:pt x="428585" y="593098"/>
                </a:lnTo>
                <a:lnTo>
                  <a:pt x="0" y="593098"/>
                </a:lnTo>
                <a:lnTo>
                  <a:pt x="747369" y="877214"/>
                </a:lnTo>
                <a:lnTo>
                  <a:pt x="861987" y="706908"/>
                </a:lnTo>
                <a:lnTo>
                  <a:pt x="862042" y="564238"/>
                </a:lnTo>
                <a:lnTo>
                  <a:pt x="813615" y="466185"/>
                </a:lnTo>
                <a:lnTo>
                  <a:pt x="782787" y="429727"/>
                </a:lnTo>
                <a:lnTo>
                  <a:pt x="782787" y="181122"/>
                </a:lnTo>
                <a:lnTo>
                  <a:pt x="757275" y="86898"/>
                </a:lnTo>
                <a:lnTo>
                  <a:pt x="711505" y="31962"/>
                </a:lnTo>
                <a:lnTo>
                  <a:pt x="667727" y="6325"/>
                </a:lnTo>
                <a:lnTo>
                  <a:pt x="648190" y="0"/>
                </a:lnTo>
                <a:close/>
              </a:path>
            </a:pathLst>
          </a:custGeom>
          <a:solidFill>
            <a:srgbClr val="FBFDF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5" name="CustomShape 6"/>
          <p:cNvSpPr/>
          <p:nvPr/>
        </p:nvSpPr>
        <p:spPr>
          <a:xfrm>
            <a:off x="3032280" y="1464120"/>
            <a:ext cx="1513800" cy="1560240"/>
          </a:xfrm>
          <a:custGeom>
            <a:avLst/>
            <a:gdLst/>
            <a:ahLst/>
            <a:cxnLst/>
            <a:rect l="l" t="t" r="r" b="b"/>
            <a:pathLst>
              <a:path w="883285" h="898525">
                <a:moveTo>
                  <a:pt x="702780" y="27135"/>
                </a:moveTo>
                <a:lnTo>
                  <a:pt x="658396" y="27135"/>
                </a:lnTo>
                <a:lnTo>
                  <a:pt x="681009" y="37487"/>
                </a:lnTo>
                <a:lnTo>
                  <a:pt x="709109" y="56986"/>
                </a:lnTo>
                <a:lnTo>
                  <a:pt x="737280" y="88037"/>
                </a:lnTo>
                <a:lnTo>
                  <a:pt x="760103" y="133051"/>
                </a:lnTo>
                <a:lnTo>
                  <a:pt x="772092" y="194072"/>
                </a:lnTo>
                <a:lnTo>
                  <a:pt x="772170" y="447281"/>
                </a:lnTo>
                <a:lnTo>
                  <a:pt x="775518" y="450437"/>
                </a:lnTo>
                <a:lnTo>
                  <a:pt x="806399" y="487531"/>
                </a:lnTo>
                <a:lnTo>
                  <a:pt x="831860" y="529743"/>
                </a:lnTo>
                <a:lnTo>
                  <a:pt x="853014" y="584702"/>
                </a:lnTo>
                <a:lnTo>
                  <a:pt x="861618" y="650134"/>
                </a:lnTo>
                <a:lnTo>
                  <a:pt x="856495" y="698058"/>
                </a:lnTo>
                <a:lnTo>
                  <a:pt x="841735" y="745343"/>
                </a:lnTo>
                <a:lnTo>
                  <a:pt x="817392" y="791884"/>
                </a:lnTo>
                <a:lnTo>
                  <a:pt x="783523" y="837575"/>
                </a:lnTo>
                <a:lnTo>
                  <a:pt x="740184" y="882313"/>
                </a:lnTo>
                <a:lnTo>
                  <a:pt x="754553" y="898008"/>
                </a:lnTo>
                <a:lnTo>
                  <a:pt x="793441" y="858586"/>
                </a:lnTo>
                <a:lnTo>
                  <a:pt x="825373" y="818313"/>
                </a:lnTo>
                <a:lnTo>
                  <a:pt x="850315" y="777255"/>
                </a:lnTo>
                <a:lnTo>
                  <a:pt x="868234" y="735474"/>
                </a:lnTo>
                <a:lnTo>
                  <a:pt x="879098" y="693036"/>
                </a:lnTo>
                <a:lnTo>
                  <a:pt x="882874" y="650006"/>
                </a:lnTo>
                <a:lnTo>
                  <a:pt x="875416" y="585966"/>
                </a:lnTo>
                <a:lnTo>
                  <a:pt x="856514" y="531291"/>
                </a:lnTo>
                <a:lnTo>
                  <a:pt x="832394" y="487456"/>
                </a:lnTo>
                <a:lnTo>
                  <a:pt x="809285" y="455937"/>
                </a:lnTo>
                <a:lnTo>
                  <a:pt x="793412" y="438210"/>
                </a:lnTo>
                <a:lnTo>
                  <a:pt x="793390" y="193349"/>
                </a:lnTo>
                <a:lnTo>
                  <a:pt x="779044" y="122803"/>
                </a:lnTo>
                <a:lnTo>
                  <a:pt x="751669" y="71701"/>
                </a:lnTo>
                <a:lnTo>
                  <a:pt x="718184" y="37081"/>
                </a:lnTo>
                <a:lnTo>
                  <a:pt x="702780" y="27135"/>
                </a:lnTo>
                <a:close/>
                <a:moveTo>
                  <a:pt x="637814" y="0"/>
                </a:moveTo>
                <a:lnTo>
                  <a:pt x="634702" y="69946"/>
                </a:lnTo>
                <a:lnTo>
                  <a:pt x="629534" y="131027"/>
                </a:lnTo>
                <a:lnTo>
                  <a:pt x="620440" y="205559"/>
                </a:lnTo>
                <a:lnTo>
                  <a:pt x="606346" y="287392"/>
                </a:lnTo>
                <a:lnTo>
                  <a:pt x="595489" y="335605"/>
                </a:lnTo>
                <a:lnTo>
                  <a:pt x="581894" y="384736"/>
                </a:lnTo>
                <a:lnTo>
                  <a:pt x="565281" y="432938"/>
                </a:lnTo>
                <a:lnTo>
                  <a:pt x="545373" y="478365"/>
                </a:lnTo>
                <a:lnTo>
                  <a:pt x="521891" y="519171"/>
                </a:lnTo>
                <a:lnTo>
                  <a:pt x="494558" y="553508"/>
                </a:lnTo>
                <a:lnTo>
                  <a:pt x="463095" y="579532"/>
                </a:lnTo>
                <a:lnTo>
                  <a:pt x="427224" y="595395"/>
                </a:lnTo>
                <a:lnTo>
                  <a:pt x="0" y="595395"/>
                </a:lnTo>
                <a:lnTo>
                  <a:pt x="0" y="616701"/>
                </a:lnTo>
                <a:lnTo>
                  <a:pt x="428585" y="616701"/>
                </a:lnTo>
                <a:lnTo>
                  <a:pt x="431202" y="616367"/>
                </a:lnTo>
                <a:lnTo>
                  <a:pt x="468487" y="601174"/>
                </a:lnTo>
                <a:lnTo>
                  <a:pt x="501468" y="576652"/>
                </a:lnTo>
                <a:lnTo>
                  <a:pt x="530407" y="544159"/>
                </a:lnTo>
                <a:lnTo>
                  <a:pt x="555569" y="505054"/>
                </a:lnTo>
                <a:lnTo>
                  <a:pt x="577216" y="460695"/>
                </a:lnTo>
                <a:lnTo>
                  <a:pt x="595614" y="412443"/>
                </a:lnTo>
                <a:lnTo>
                  <a:pt x="611024" y="361655"/>
                </a:lnTo>
                <a:lnTo>
                  <a:pt x="623710" y="309691"/>
                </a:lnTo>
                <a:lnTo>
                  <a:pt x="633937" y="257908"/>
                </a:lnTo>
                <a:lnTo>
                  <a:pt x="641967" y="207667"/>
                </a:lnTo>
                <a:lnTo>
                  <a:pt x="648065" y="160326"/>
                </a:lnTo>
                <a:lnTo>
                  <a:pt x="652493" y="117243"/>
                </a:lnTo>
                <a:lnTo>
                  <a:pt x="657395" y="49289"/>
                </a:lnTo>
                <a:lnTo>
                  <a:pt x="658396" y="27135"/>
                </a:lnTo>
                <a:lnTo>
                  <a:pt x="702780" y="27135"/>
                </a:lnTo>
                <a:lnTo>
                  <a:pt x="685510" y="15982"/>
                </a:lnTo>
                <a:lnTo>
                  <a:pt x="660567" y="5441"/>
                </a:lnTo>
                <a:lnTo>
                  <a:pt x="650275" y="2496"/>
                </a:lnTo>
                <a:lnTo>
                  <a:pt x="637814" y="0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6" name="CustomShape 7"/>
          <p:cNvSpPr/>
          <p:nvPr/>
        </p:nvSpPr>
        <p:spPr>
          <a:xfrm>
            <a:off x="3651480" y="3294000"/>
            <a:ext cx="959760" cy="241200"/>
          </a:xfrm>
          <a:custGeom>
            <a:avLst/>
            <a:gdLst/>
            <a:ahLst/>
            <a:cxnLst/>
            <a:rect l="l" t="t" r="r" b="b"/>
            <a:pathLst>
              <a:path w="560069" h="139064">
                <a:moveTo>
                  <a:pt x="559643" y="0"/>
                </a:moveTo>
                <a:lnTo>
                  <a:pt x="0" y="0"/>
                </a:lnTo>
                <a:lnTo>
                  <a:pt x="138252" y="103880"/>
                </a:lnTo>
                <a:lnTo>
                  <a:pt x="242632" y="138506"/>
                </a:lnTo>
                <a:lnTo>
                  <a:pt x="365607" y="103880"/>
                </a:lnTo>
                <a:lnTo>
                  <a:pt x="559643" y="0"/>
                </a:lnTo>
                <a:close/>
              </a:path>
            </a:pathLst>
          </a:custGeom>
          <a:solidFill>
            <a:srgbClr val="FBFDF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7" name="CustomShape 8"/>
          <p:cNvSpPr/>
          <p:nvPr/>
        </p:nvSpPr>
        <p:spPr>
          <a:xfrm>
            <a:off x="3032280" y="3275640"/>
            <a:ext cx="1587600" cy="178200"/>
          </a:xfrm>
          <a:custGeom>
            <a:avLst/>
            <a:gdLst/>
            <a:ahLst/>
            <a:cxnLst/>
            <a:rect l="l" t="t" r="r" b="b"/>
            <a:pathLst>
              <a:path w="926464" h="102869">
                <a:moveTo>
                  <a:pt x="365017" y="0"/>
                </a:moveTo>
                <a:lnTo>
                  <a:pt x="0" y="0"/>
                </a:lnTo>
                <a:lnTo>
                  <a:pt x="0" y="21312"/>
                </a:lnTo>
                <a:lnTo>
                  <a:pt x="357592" y="21312"/>
                </a:lnTo>
                <a:lnTo>
                  <a:pt x="405395" y="53226"/>
                </a:lnTo>
                <a:lnTo>
                  <a:pt x="455080" y="76355"/>
                </a:lnTo>
                <a:lnTo>
                  <a:pt x="505889" y="91672"/>
                </a:lnTo>
                <a:lnTo>
                  <a:pt x="557060" y="100150"/>
                </a:lnTo>
                <a:lnTo>
                  <a:pt x="607835" y="102759"/>
                </a:lnTo>
                <a:lnTo>
                  <a:pt x="678145" y="98238"/>
                </a:lnTo>
                <a:lnTo>
                  <a:pt x="743872" y="86561"/>
                </a:lnTo>
                <a:lnTo>
                  <a:pt x="763585" y="81208"/>
                </a:lnTo>
                <a:lnTo>
                  <a:pt x="589135" y="81208"/>
                </a:lnTo>
                <a:lnTo>
                  <a:pt x="532481" y="75330"/>
                </a:lnTo>
                <a:lnTo>
                  <a:pt x="475963" y="61191"/>
                </a:lnTo>
                <a:lnTo>
                  <a:pt x="420728" y="37341"/>
                </a:lnTo>
                <a:lnTo>
                  <a:pt x="367925" y="2333"/>
                </a:lnTo>
                <a:lnTo>
                  <a:pt x="365017" y="0"/>
                </a:lnTo>
                <a:close/>
                <a:moveTo>
                  <a:pt x="915746" y="1347"/>
                </a:moveTo>
                <a:lnTo>
                  <a:pt x="867634" y="24099"/>
                </a:lnTo>
                <a:lnTo>
                  <a:pt x="794152" y="51073"/>
                </a:lnTo>
                <a:lnTo>
                  <a:pt x="748433" y="63757"/>
                </a:lnTo>
                <a:lnTo>
                  <a:pt x="698259" y="73972"/>
                </a:lnTo>
                <a:lnTo>
                  <a:pt x="644777" y="80272"/>
                </a:lnTo>
                <a:lnTo>
                  <a:pt x="589135" y="81208"/>
                </a:lnTo>
                <a:lnTo>
                  <a:pt x="763585" y="81208"/>
                </a:lnTo>
                <a:lnTo>
                  <a:pt x="802799" y="70560"/>
                </a:lnTo>
                <a:lnTo>
                  <a:pt x="852705" y="53067"/>
                </a:lnTo>
                <a:lnTo>
                  <a:pt x="891373" y="36913"/>
                </a:lnTo>
                <a:lnTo>
                  <a:pt x="926115" y="19950"/>
                </a:lnTo>
                <a:lnTo>
                  <a:pt x="915746" y="1347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8" name="CustomShape 9"/>
          <p:cNvSpPr/>
          <p:nvPr/>
        </p:nvSpPr>
        <p:spPr>
          <a:xfrm>
            <a:off x="4552560" y="1486440"/>
            <a:ext cx="1077120" cy="1992600"/>
          </a:xfrm>
          <a:custGeom>
            <a:avLst/>
            <a:gdLst/>
            <a:ahLst/>
            <a:cxnLst/>
            <a:rect l="l" t="t" r="r" b="b"/>
            <a:pathLst>
              <a:path w="628650" h="1147445">
                <a:moveTo>
                  <a:pt x="628488" y="1147018"/>
                </a:moveTo>
                <a:lnTo>
                  <a:pt x="0" y="1147018"/>
                </a:lnTo>
                <a:lnTo>
                  <a:pt x="0" y="0"/>
                </a:lnTo>
                <a:lnTo>
                  <a:pt x="628488" y="0"/>
                </a:lnTo>
                <a:lnTo>
                  <a:pt x="628488" y="114701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9" name="CustomShape 10"/>
          <p:cNvSpPr/>
          <p:nvPr/>
        </p:nvSpPr>
        <p:spPr>
          <a:xfrm>
            <a:off x="4533120" y="3458880"/>
            <a:ext cx="1116360" cy="39240"/>
          </a:xfrm>
          <a:custGeom>
            <a:avLst/>
            <a:gdLst/>
            <a:ahLst/>
            <a:cxnLst/>
            <a:rect l="l" t="t" r="r" b="b"/>
            <a:pathLst>
              <a:path w="651510" h="22860">
                <a:moveTo>
                  <a:pt x="0" y="22860"/>
                </a:moveTo>
                <a:lnTo>
                  <a:pt x="651254" y="22860"/>
                </a:lnTo>
                <a:lnTo>
                  <a:pt x="651254" y="0"/>
                </a:lnTo>
                <a:lnTo>
                  <a:pt x="0" y="0"/>
                </a:lnTo>
                <a:lnTo>
                  <a:pt x="0" y="22860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0" name="CustomShape 11"/>
          <p:cNvSpPr/>
          <p:nvPr/>
        </p:nvSpPr>
        <p:spPr>
          <a:xfrm>
            <a:off x="4552560" y="1506600"/>
            <a:ext cx="360" cy="1951920"/>
          </a:xfrm>
          <a:custGeom>
            <a:avLst/>
            <a:gdLst/>
            <a:ahLst/>
            <a:cxnLst/>
            <a:rect l="l" t="t" r="r" b="b"/>
            <a:pathLst>
              <a:path h="1123950">
                <a:moveTo>
                  <a:pt x="0" y="0"/>
                </a:moveTo>
                <a:lnTo>
                  <a:pt x="0" y="1123949"/>
                </a:lnTo>
              </a:path>
            </a:pathLst>
          </a:custGeom>
          <a:noFill/>
          <a:ln w="22680">
            <a:solidFill>
              <a:srgbClr val="231F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1" name="CustomShape 12"/>
          <p:cNvSpPr/>
          <p:nvPr/>
        </p:nvSpPr>
        <p:spPr>
          <a:xfrm>
            <a:off x="4533120" y="1467000"/>
            <a:ext cx="1116360" cy="39240"/>
          </a:xfrm>
          <a:custGeom>
            <a:avLst/>
            <a:gdLst/>
            <a:ahLst/>
            <a:cxnLst/>
            <a:rect l="l" t="t" r="r" b="b"/>
            <a:pathLst>
              <a:path w="651510" h="22859">
                <a:moveTo>
                  <a:pt x="0" y="22860"/>
                </a:moveTo>
                <a:lnTo>
                  <a:pt x="651254" y="22860"/>
                </a:lnTo>
                <a:lnTo>
                  <a:pt x="651254" y="0"/>
                </a:lnTo>
                <a:lnTo>
                  <a:pt x="0" y="0"/>
                </a:lnTo>
                <a:lnTo>
                  <a:pt x="0" y="22860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2" name="CustomShape 13"/>
          <p:cNvSpPr/>
          <p:nvPr/>
        </p:nvSpPr>
        <p:spPr>
          <a:xfrm>
            <a:off x="5629680" y="1506240"/>
            <a:ext cx="360" cy="1953000"/>
          </a:xfrm>
          <a:custGeom>
            <a:avLst/>
            <a:gdLst/>
            <a:ahLst/>
            <a:cxnLst/>
            <a:rect l="l" t="t" r="r" b="b"/>
            <a:pathLst>
              <a:path h="1124585">
                <a:moveTo>
                  <a:pt x="0" y="0"/>
                </a:moveTo>
                <a:lnTo>
                  <a:pt x="0" y="1124188"/>
                </a:lnTo>
              </a:path>
            </a:pathLst>
          </a:custGeom>
          <a:noFill/>
          <a:ln w="22680">
            <a:solidFill>
              <a:srgbClr val="231F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3" name="CustomShape 14"/>
          <p:cNvSpPr/>
          <p:nvPr/>
        </p:nvSpPr>
        <p:spPr>
          <a:xfrm>
            <a:off x="4552560" y="1700640"/>
            <a:ext cx="1077120" cy="360"/>
          </a:xfrm>
          <a:custGeom>
            <a:avLst/>
            <a:gdLst/>
            <a:ahLst/>
            <a:cxnLst/>
            <a:rect l="l" t="t" r="r" b="b"/>
            <a:pathLst>
              <a:path w="628650">
                <a:moveTo>
                  <a:pt x="0" y="0"/>
                </a:moveTo>
                <a:lnTo>
                  <a:pt x="628488" y="0"/>
                </a:lnTo>
              </a:path>
            </a:pathLst>
          </a:custGeom>
          <a:noFill/>
          <a:ln w="22680">
            <a:solidFill>
              <a:srgbClr val="231F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4" name="CustomShape 15"/>
          <p:cNvSpPr/>
          <p:nvPr/>
        </p:nvSpPr>
        <p:spPr>
          <a:xfrm>
            <a:off x="4552560" y="3254400"/>
            <a:ext cx="1077120" cy="360"/>
          </a:xfrm>
          <a:custGeom>
            <a:avLst/>
            <a:gdLst/>
            <a:ahLst/>
            <a:cxnLst/>
            <a:rect l="l" t="t" r="r" b="b"/>
            <a:pathLst>
              <a:path w="628650">
                <a:moveTo>
                  <a:pt x="0" y="0"/>
                </a:moveTo>
                <a:lnTo>
                  <a:pt x="628488" y="0"/>
                </a:lnTo>
              </a:path>
            </a:pathLst>
          </a:custGeom>
          <a:noFill/>
          <a:ln w="22680">
            <a:solidFill>
              <a:srgbClr val="231F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5" name="CustomShape 16"/>
          <p:cNvSpPr/>
          <p:nvPr/>
        </p:nvSpPr>
        <p:spPr>
          <a:xfrm>
            <a:off x="5003280" y="1581840"/>
            <a:ext cx="176040" cy="360"/>
          </a:xfrm>
          <a:custGeom>
            <a:avLst/>
            <a:gdLst/>
            <a:ahLst/>
            <a:cxnLst/>
            <a:rect l="l" t="t" r="r" b="b"/>
            <a:pathLst>
              <a:path w="102869">
                <a:moveTo>
                  <a:pt x="0" y="0"/>
                </a:moveTo>
                <a:lnTo>
                  <a:pt x="102639" y="0"/>
                </a:lnTo>
              </a:path>
            </a:pathLst>
          </a:custGeom>
          <a:noFill/>
          <a:ln w="22680">
            <a:solidFill>
              <a:srgbClr val="231F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6" name="CustomShape 17"/>
          <p:cNvSpPr/>
          <p:nvPr/>
        </p:nvSpPr>
        <p:spPr>
          <a:xfrm>
            <a:off x="4977000" y="3318480"/>
            <a:ext cx="229320" cy="78120"/>
          </a:xfrm>
          <a:custGeom>
            <a:avLst/>
            <a:gdLst/>
            <a:ahLst/>
            <a:cxnLst/>
            <a:rect l="l" t="t" r="r" b="b"/>
            <a:pathLst>
              <a:path w="133985" h="45085">
                <a:moveTo>
                  <a:pt x="111185" y="0"/>
                </a:moveTo>
                <a:lnTo>
                  <a:pt x="22205" y="0"/>
                </a:lnTo>
                <a:lnTo>
                  <a:pt x="13562" y="1749"/>
                </a:lnTo>
                <a:lnTo>
                  <a:pt x="6504" y="6518"/>
                </a:lnTo>
                <a:lnTo>
                  <a:pt x="1745" y="13592"/>
                </a:lnTo>
                <a:lnTo>
                  <a:pt x="0" y="22255"/>
                </a:lnTo>
                <a:lnTo>
                  <a:pt x="1745" y="30919"/>
                </a:lnTo>
                <a:lnTo>
                  <a:pt x="6504" y="37995"/>
                </a:lnTo>
                <a:lnTo>
                  <a:pt x="13562" y="42768"/>
                </a:lnTo>
                <a:lnTo>
                  <a:pt x="22205" y="44518"/>
                </a:lnTo>
                <a:lnTo>
                  <a:pt x="111185" y="44518"/>
                </a:lnTo>
                <a:lnTo>
                  <a:pt x="119824" y="42768"/>
                </a:lnTo>
                <a:lnTo>
                  <a:pt x="126880" y="37995"/>
                </a:lnTo>
                <a:lnTo>
                  <a:pt x="131639" y="30919"/>
                </a:lnTo>
                <a:lnTo>
                  <a:pt x="133384" y="22255"/>
                </a:lnTo>
                <a:lnTo>
                  <a:pt x="131639" y="13592"/>
                </a:lnTo>
                <a:lnTo>
                  <a:pt x="126880" y="6518"/>
                </a:lnTo>
                <a:lnTo>
                  <a:pt x="119824" y="1749"/>
                </a:lnTo>
                <a:lnTo>
                  <a:pt x="11118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7" name="CustomShape 18"/>
          <p:cNvSpPr/>
          <p:nvPr/>
        </p:nvSpPr>
        <p:spPr>
          <a:xfrm>
            <a:off x="4961880" y="3303360"/>
            <a:ext cx="258840" cy="107640"/>
          </a:xfrm>
          <a:custGeom>
            <a:avLst/>
            <a:gdLst/>
            <a:ahLst/>
            <a:cxnLst/>
            <a:rect l="l" t="t" r="r" b="b"/>
            <a:pathLst>
              <a:path w="151130" h="62230">
                <a:moveTo>
                  <a:pt x="119916" y="0"/>
                </a:moveTo>
                <a:lnTo>
                  <a:pt x="30936" y="0"/>
                </a:lnTo>
                <a:lnTo>
                  <a:pt x="18906" y="2442"/>
                </a:lnTo>
                <a:lnTo>
                  <a:pt x="9071" y="9098"/>
                </a:lnTo>
                <a:lnTo>
                  <a:pt x="2435" y="18960"/>
                </a:lnTo>
                <a:lnTo>
                  <a:pt x="0" y="31021"/>
                </a:lnTo>
                <a:lnTo>
                  <a:pt x="2435" y="43081"/>
                </a:lnTo>
                <a:lnTo>
                  <a:pt x="9071" y="52941"/>
                </a:lnTo>
                <a:lnTo>
                  <a:pt x="18906" y="59594"/>
                </a:lnTo>
                <a:lnTo>
                  <a:pt x="30936" y="62036"/>
                </a:lnTo>
                <a:lnTo>
                  <a:pt x="119916" y="62036"/>
                </a:lnTo>
                <a:lnTo>
                  <a:pt x="131945" y="59594"/>
                </a:lnTo>
                <a:lnTo>
                  <a:pt x="141780" y="52941"/>
                </a:lnTo>
                <a:lnTo>
                  <a:pt x="147445" y="44525"/>
                </a:lnTo>
                <a:lnTo>
                  <a:pt x="23510" y="44525"/>
                </a:lnTo>
                <a:lnTo>
                  <a:pt x="17468" y="38468"/>
                </a:lnTo>
                <a:lnTo>
                  <a:pt x="17468" y="23574"/>
                </a:lnTo>
                <a:lnTo>
                  <a:pt x="23510" y="17517"/>
                </a:lnTo>
                <a:lnTo>
                  <a:pt x="147446" y="17517"/>
                </a:lnTo>
                <a:lnTo>
                  <a:pt x="141780" y="9098"/>
                </a:lnTo>
                <a:lnTo>
                  <a:pt x="131945" y="2442"/>
                </a:lnTo>
                <a:lnTo>
                  <a:pt x="119916" y="0"/>
                </a:lnTo>
                <a:close/>
                <a:moveTo>
                  <a:pt x="147446" y="17517"/>
                </a:moveTo>
                <a:lnTo>
                  <a:pt x="127341" y="17517"/>
                </a:lnTo>
                <a:lnTo>
                  <a:pt x="133384" y="23574"/>
                </a:lnTo>
                <a:lnTo>
                  <a:pt x="133384" y="38468"/>
                </a:lnTo>
                <a:lnTo>
                  <a:pt x="127341" y="44525"/>
                </a:lnTo>
                <a:lnTo>
                  <a:pt x="147445" y="44525"/>
                </a:lnTo>
                <a:lnTo>
                  <a:pt x="148417" y="43081"/>
                </a:lnTo>
                <a:lnTo>
                  <a:pt x="150852" y="31021"/>
                </a:lnTo>
                <a:lnTo>
                  <a:pt x="148417" y="18960"/>
                </a:lnTo>
                <a:lnTo>
                  <a:pt x="147446" y="17517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8" name="CustomShape 19"/>
          <p:cNvSpPr/>
          <p:nvPr/>
        </p:nvSpPr>
        <p:spPr>
          <a:xfrm>
            <a:off x="0" y="2331360"/>
            <a:ext cx="3462120" cy="799200"/>
          </a:xfrm>
          <a:custGeom>
            <a:avLst/>
            <a:gdLst/>
            <a:ahLst/>
            <a:cxnLst/>
            <a:rect l="l" t="t" r="r" b="b"/>
            <a:pathLst>
              <a:path w="2019935" h="460375">
                <a:moveTo>
                  <a:pt x="0" y="0"/>
                </a:moveTo>
                <a:lnTo>
                  <a:pt x="0" y="450898"/>
                </a:lnTo>
                <a:lnTo>
                  <a:pt x="2019459" y="460302"/>
                </a:lnTo>
                <a:lnTo>
                  <a:pt x="2019459" y="941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19" name="CustomShape 20"/>
          <p:cNvSpPr/>
          <p:nvPr/>
        </p:nvSpPr>
        <p:spPr>
          <a:xfrm>
            <a:off x="0" y="2311560"/>
            <a:ext cx="3481560" cy="839160"/>
          </a:xfrm>
          <a:custGeom>
            <a:avLst/>
            <a:gdLst/>
            <a:ahLst/>
            <a:cxnLst/>
            <a:rect l="l" t="t" r="r" b="b"/>
            <a:pathLst>
              <a:path w="2031364" h="483235">
                <a:moveTo>
                  <a:pt x="0" y="0"/>
                </a:moveTo>
                <a:lnTo>
                  <a:pt x="0" y="473728"/>
                </a:lnTo>
                <a:lnTo>
                  <a:pt x="2030850" y="483189"/>
                </a:lnTo>
                <a:lnTo>
                  <a:pt x="2030850" y="460252"/>
                </a:lnTo>
                <a:lnTo>
                  <a:pt x="2008076" y="460252"/>
                </a:lnTo>
                <a:lnTo>
                  <a:pt x="7695" y="450933"/>
                </a:lnTo>
                <a:lnTo>
                  <a:pt x="7695" y="22865"/>
                </a:lnTo>
                <a:lnTo>
                  <a:pt x="2030850" y="22865"/>
                </a:lnTo>
                <a:lnTo>
                  <a:pt x="2030850" y="9453"/>
                </a:lnTo>
                <a:lnTo>
                  <a:pt x="0" y="0"/>
                </a:lnTo>
                <a:close/>
                <a:moveTo>
                  <a:pt x="2030850" y="22865"/>
                </a:moveTo>
                <a:lnTo>
                  <a:pt x="7695" y="22865"/>
                </a:lnTo>
                <a:lnTo>
                  <a:pt x="2008076" y="32184"/>
                </a:lnTo>
                <a:lnTo>
                  <a:pt x="2008076" y="460252"/>
                </a:lnTo>
                <a:lnTo>
                  <a:pt x="2030850" y="460252"/>
                </a:lnTo>
                <a:lnTo>
                  <a:pt x="2030850" y="22865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20" name="CustomShape 21"/>
          <p:cNvSpPr/>
          <p:nvPr/>
        </p:nvSpPr>
        <p:spPr>
          <a:xfrm>
            <a:off x="0" y="2653560"/>
            <a:ext cx="3462120" cy="799200"/>
          </a:xfrm>
          <a:custGeom>
            <a:avLst/>
            <a:gdLst/>
            <a:ahLst/>
            <a:cxnLst/>
            <a:rect l="l" t="t" r="r" b="b"/>
            <a:pathLst>
              <a:path w="2019935" h="460375">
                <a:moveTo>
                  <a:pt x="0" y="0"/>
                </a:moveTo>
                <a:lnTo>
                  <a:pt x="0" y="450898"/>
                </a:lnTo>
                <a:lnTo>
                  <a:pt x="2019459" y="460302"/>
                </a:lnTo>
                <a:lnTo>
                  <a:pt x="2019459" y="9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21" name="CustomShape 22"/>
          <p:cNvSpPr/>
          <p:nvPr/>
        </p:nvSpPr>
        <p:spPr>
          <a:xfrm>
            <a:off x="119880" y="2704320"/>
            <a:ext cx="3188880" cy="677880"/>
          </a:xfrm>
          <a:custGeom>
            <a:avLst/>
            <a:gdLst/>
            <a:ahLst/>
            <a:cxnLst/>
            <a:rect l="l" t="t" r="r" b="b"/>
            <a:pathLst>
              <a:path w="1860550" h="390525">
                <a:moveTo>
                  <a:pt x="1860479" y="381478"/>
                </a:moveTo>
                <a:lnTo>
                  <a:pt x="1839223" y="381478"/>
                </a:lnTo>
                <a:lnTo>
                  <a:pt x="1839223" y="390358"/>
                </a:lnTo>
                <a:lnTo>
                  <a:pt x="1860479" y="390358"/>
                </a:lnTo>
                <a:lnTo>
                  <a:pt x="1860479" y="381478"/>
                </a:lnTo>
                <a:close/>
                <a:moveTo>
                  <a:pt x="1860479" y="353031"/>
                </a:moveTo>
                <a:lnTo>
                  <a:pt x="1839223" y="353031"/>
                </a:lnTo>
                <a:lnTo>
                  <a:pt x="1839223" y="367237"/>
                </a:lnTo>
                <a:lnTo>
                  <a:pt x="1860479" y="367237"/>
                </a:lnTo>
                <a:lnTo>
                  <a:pt x="1860479" y="353031"/>
                </a:lnTo>
                <a:close/>
                <a:moveTo>
                  <a:pt x="1860479" y="324662"/>
                </a:moveTo>
                <a:lnTo>
                  <a:pt x="1839223" y="324662"/>
                </a:lnTo>
                <a:lnTo>
                  <a:pt x="1839223" y="338868"/>
                </a:lnTo>
                <a:lnTo>
                  <a:pt x="1860479" y="338868"/>
                </a:lnTo>
                <a:lnTo>
                  <a:pt x="1860479" y="324662"/>
                </a:lnTo>
                <a:close/>
                <a:moveTo>
                  <a:pt x="1860479" y="296222"/>
                </a:moveTo>
                <a:lnTo>
                  <a:pt x="1839223" y="296222"/>
                </a:lnTo>
                <a:lnTo>
                  <a:pt x="1839223" y="310428"/>
                </a:lnTo>
                <a:lnTo>
                  <a:pt x="1860479" y="310428"/>
                </a:lnTo>
                <a:lnTo>
                  <a:pt x="1860479" y="296222"/>
                </a:lnTo>
                <a:close/>
                <a:moveTo>
                  <a:pt x="1860479" y="267782"/>
                </a:moveTo>
                <a:lnTo>
                  <a:pt x="1839223" y="267782"/>
                </a:lnTo>
                <a:lnTo>
                  <a:pt x="1839223" y="281988"/>
                </a:lnTo>
                <a:lnTo>
                  <a:pt x="1860479" y="281988"/>
                </a:lnTo>
                <a:lnTo>
                  <a:pt x="1860479" y="267782"/>
                </a:lnTo>
                <a:close/>
                <a:moveTo>
                  <a:pt x="1860479" y="239413"/>
                </a:moveTo>
                <a:lnTo>
                  <a:pt x="1839223" y="239413"/>
                </a:lnTo>
                <a:lnTo>
                  <a:pt x="1839223" y="253619"/>
                </a:lnTo>
                <a:lnTo>
                  <a:pt x="1860479" y="253619"/>
                </a:lnTo>
                <a:lnTo>
                  <a:pt x="1860479" y="239413"/>
                </a:lnTo>
                <a:close/>
                <a:moveTo>
                  <a:pt x="1860479" y="210973"/>
                </a:moveTo>
                <a:lnTo>
                  <a:pt x="1839223" y="210973"/>
                </a:lnTo>
                <a:lnTo>
                  <a:pt x="1839223" y="225179"/>
                </a:lnTo>
                <a:lnTo>
                  <a:pt x="1860479" y="225179"/>
                </a:lnTo>
                <a:lnTo>
                  <a:pt x="1860479" y="210973"/>
                </a:lnTo>
                <a:close/>
                <a:moveTo>
                  <a:pt x="1860479" y="182533"/>
                </a:moveTo>
                <a:lnTo>
                  <a:pt x="1839223" y="182533"/>
                </a:lnTo>
                <a:lnTo>
                  <a:pt x="1839223" y="196739"/>
                </a:lnTo>
                <a:lnTo>
                  <a:pt x="1860479" y="196739"/>
                </a:lnTo>
                <a:lnTo>
                  <a:pt x="1860479" y="182533"/>
                </a:lnTo>
                <a:close/>
                <a:moveTo>
                  <a:pt x="1860479" y="154164"/>
                </a:moveTo>
                <a:lnTo>
                  <a:pt x="1839223" y="154164"/>
                </a:lnTo>
                <a:lnTo>
                  <a:pt x="1839223" y="168370"/>
                </a:lnTo>
                <a:lnTo>
                  <a:pt x="1860479" y="168370"/>
                </a:lnTo>
                <a:lnTo>
                  <a:pt x="1860479" y="154164"/>
                </a:lnTo>
                <a:close/>
                <a:moveTo>
                  <a:pt x="1860479" y="125724"/>
                </a:moveTo>
                <a:lnTo>
                  <a:pt x="1839223" y="125724"/>
                </a:lnTo>
                <a:lnTo>
                  <a:pt x="1839223" y="139930"/>
                </a:lnTo>
                <a:lnTo>
                  <a:pt x="1860479" y="139930"/>
                </a:lnTo>
                <a:lnTo>
                  <a:pt x="1860479" y="125724"/>
                </a:lnTo>
                <a:close/>
                <a:moveTo>
                  <a:pt x="1860479" y="97355"/>
                </a:moveTo>
                <a:lnTo>
                  <a:pt x="1839223" y="97355"/>
                </a:lnTo>
                <a:lnTo>
                  <a:pt x="1839223" y="111561"/>
                </a:lnTo>
                <a:lnTo>
                  <a:pt x="1860479" y="111561"/>
                </a:lnTo>
                <a:lnTo>
                  <a:pt x="1860479" y="97355"/>
                </a:lnTo>
                <a:close/>
                <a:moveTo>
                  <a:pt x="1860479" y="68915"/>
                </a:moveTo>
                <a:lnTo>
                  <a:pt x="1839223" y="68915"/>
                </a:lnTo>
                <a:lnTo>
                  <a:pt x="1839223" y="83121"/>
                </a:lnTo>
                <a:lnTo>
                  <a:pt x="1860479" y="83121"/>
                </a:lnTo>
                <a:lnTo>
                  <a:pt x="1860479" y="68915"/>
                </a:lnTo>
                <a:close/>
                <a:moveTo>
                  <a:pt x="1860479" y="40475"/>
                </a:moveTo>
                <a:lnTo>
                  <a:pt x="1839223" y="40475"/>
                </a:lnTo>
                <a:lnTo>
                  <a:pt x="1839223" y="54681"/>
                </a:lnTo>
                <a:lnTo>
                  <a:pt x="1860479" y="54681"/>
                </a:lnTo>
                <a:lnTo>
                  <a:pt x="1860479" y="40475"/>
                </a:lnTo>
                <a:close/>
                <a:moveTo>
                  <a:pt x="1849819" y="26312"/>
                </a:moveTo>
                <a:lnTo>
                  <a:pt x="1841862" y="26312"/>
                </a:lnTo>
                <a:lnTo>
                  <a:pt x="1841841" y="30709"/>
                </a:lnTo>
                <a:lnTo>
                  <a:pt x="1849798" y="30780"/>
                </a:lnTo>
                <a:lnTo>
                  <a:pt x="1849819" y="26312"/>
                </a:lnTo>
                <a:close/>
                <a:moveTo>
                  <a:pt x="1841947" y="9361"/>
                </a:moveTo>
                <a:lnTo>
                  <a:pt x="1841890" y="20071"/>
                </a:lnTo>
                <a:lnTo>
                  <a:pt x="1839223" y="20071"/>
                </a:lnTo>
                <a:lnTo>
                  <a:pt x="1839223" y="26312"/>
                </a:lnTo>
                <a:lnTo>
                  <a:pt x="1860479" y="26312"/>
                </a:lnTo>
                <a:lnTo>
                  <a:pt x="1860479" y="9503"/>
                </a:lnTo>
                <a:lnTo>
                  <a:pt x="1841947" y="9361"/>
                </a:lnTo>
                <a:close/>
                <a:moveTo>
                  <a:pt x="1813606" y="9219"/>
                </a:moveTo>
                <a:lnTo>
                  <a:pt x="1813507" y="30567"/>
                </a:lnTo>
                <a:lnTo>
                  <a:pt x="1827670" y="30638"/>
                </a:lnTo>
                <a:lnTo>
                  <a:pt x="1827777" y="9290"/>
                </a:lnTo>
                <a:lnTo>
                  <a:pt x="1813606" y="9219"/>
                </a:lnTo>
                <a:close/>
                <a:moveTo>
                  <a:pt x="1785280" y="9078"/>
                </a:moveTo>
                <a:lnTo>
                  <a:pt x="1785166" y="30425"/>
                </a:lnTo>
                <a:lnTo>
                  <a:pt x="1799337" y="30496"/>
                </a:lnTo>
                <a:lnTo>
                  <a:pt x="1799443" y="9149"/>
                </a:lnTo>
                <a:lnTo>
                  <a:pt x="1785280" y="9078"/>
                </a:lnTo>
                <a:close/>
                <a:moveTo>
                  <a:pt x="1756946" y="8936"/>
                </a:moveTo>
                <a:lnTo>
                  <a:pt x="1756833" y="30283"/>
                </a:lnTo>
                <a:lnTo>
                  <a:pt x="1770996" y="30354"/>
                </a:lnTo>
                <a:lnTo>
                  <a:pt x="1771109" y="9007"/>
                </a:lnTo>
                <a:lnTo>
                  <a:pt x="1756946" y="8936"/>
                </a:lnTo>
                <a:close/>
                <a:moveTo>
                  <a:pt x="1728605" y="8794"/>
                </a:moveTo>
                <a:lnTo>
                  <a:pt x="1728499" y="30142"/>
                </a:lnTo>
                <a:lnTo>
                  <a:pt x="1742662" y="30213"/>
                </a:lnTo>
                <a:lnTo>
                  <a:pt x="1742776" y="8865"/>
                </a:lnTo>
                <a:lnTo>
                  <a:pt x="1728605" y="8794"/>
                </a:lnTo>
                <a:close/>
                <a:moveTo>
                  <a:pt x="1700272" y="8652"/>
                </a:moveTo>
                <a:lnTo>
                  <a:pt x="1700158" y="30000"/>
                </a:lnTo>
                <a:lnTo>
                  <a:pt x="1714329" y="30071"/>
                </a:lnTo>
                <a:lnTo>
                  <a:pt x="1714442" y="8723"/>
                </a:lnTo>
                <a:lnTo>
                  <a:pt x="1700272" y="8652"/>
                </a:lnTo>
                <a:close/>
                <a:moveTo>
                  <a:pt x="1671938" y="8510"/>
                </a:moveTo>
                <a:lnTo>
                  <a:pt x="1671825" y="29858"/>
                </a:lnTo>
                <a:lnTo>
                  <a:pt x="1685995" y="29929"/>
                </a:lnTo>
                <a:lnTo>
                  <a:pt x="1686101" y="8581"/>
                </a:lnTo>
                <a:lnTo>
                  <a:pt x="1671938" y="8510"/>
                </a:lnTo>
                <a:close/>
                <a:moveTo>
                  <a:pt x="1643597" y="8368"/>
                </a:moveTo>
                <a:lnTo>
                  <a:pt x="1643491" y="29716"/>
                </a:lnTo>
                <a:lnTo>
                  <a:pt x="1657654" y="29787"/>
                </a:lnTo>
                <a:lnTo>
                  <a:pt x="1657768" y="8439"/>
                </a:lnTo>
                <a:lnTo>
                  <a:pt x="1643597" y="8368"/>
                </a:lnTo>
                <a:close/>
                <a:moveTo>
                  <a:pt x="1615264" y="8227"/>
                </a:moveTo>
                <a:lnTo>
                  <a:pt x="1615150" y="29503"/>
                </a:lnTo>
                <a:lnTo>
                  <a:pt x="1629321" y="29645"/>
                </a:lnTo>
                <a:lnTo>
                  <a:pt x="1629427" y="8297"/>
                </a:lnTo>
                <a:lnTo>
                  <a:pt x="1615264" y="8227"/>
                </a:lnTo>
                <a:close/>
                <a:moveTo>
                  <a:pt x="1586923" y="8085"/>
                </a:moveTo>
                <a:lnTo>
                  <a:pt x="1586817" y="29432"/>
                </a:lnTo>
                <a:lnTo>
                  <a:pt x="1600987" y="29432"/>
                </a:lnTo>
                <a:lnTo>
                  <a:pt x="1601093" y="8156"/>
                </a:lnTo>
                <a:lnTo>
                  <a:pt x="1586923" y="8085"/>
                </a:lnTo>
                <a:close/>
                <a:moveTo>
                  <a:pt x="1558589" y="7943"/>
                </a:moveTo>
                <a:lnTo>
                  <a:pt x="1558483" y="29220"/>
                </a:lnTo>
                <a:lnTo>
                  <a:pt x="1572646" y="29291"/>
                </a:lnTo>
                <a:lnTo>
                  <a:pt x="1572760" y="8014"/>
                </a:lnTo>
                <a:lnTo>
                  <a:pt x="1558589" y="7943"/>
                </a:lnTo>
                <a:close/>
                <a:moveTo>
                  <a:pt x="1530256" y="7801"/>
                </a:moveTo>
                <a:lnTo>
                  <a:pt x="1530142" y="29078"/>
                </a:lnTo>
                <a:lnTo>
                  <a:pt x="1544313" y="29149"/>
                </a:lnTo>
                <a:lnTo>
                  <a:pt x="1544426" y="7872"/>
                </a:lnTo>
                <a:lnTo>
                  <a:pt x="1530256" y="7801"/>
                </a:lnTo>
                <a:close/>
                <a:moveTo>
                  <a:pt x="1501915" y="7659"/>
                </a:moveTo>
                <a:lnTo>
                  <a:pt x="1501809" y="28936"/>
                </a:lnTo>
                <a:lnTo>
                  <a:pt x="1515979" y="29007"/>
                </a:lnTo>
                <a:lnTo>
                  <a:pt x="1516086" y="7730"/>
                </a:lnTo>
                <a:lnTo>
                  <a:pt x="1501915" y="7659"/>
                </a:lnTo>
                <a:close/>
                <a:moveTo>
                  <a:pt x="1473582" y="7517"/>
                </a:moveTo>
                <a:lnTo>
                  <a:pt x="1473468" y="28794"/>
                </a:lnTo>
                <a:lnTo>
                  <a:pt x="1487638" y="28865"/>
                </a:lnTo>
                <a:lnTo>
                  <a:pt x="1487752" y="7588"/>
                </a:lnTo>
                <a:lnTo>
                  <a:pt x="1473582" y="7517"/>
                </a:lnTo>
                <a:close/>
                <a:moveTo>
                  <a:pt x="1445248" y="7375"/>
                </a:moveTo>
                <a:lnTo>
                  <a:pt x="1445134" y="28652"/>
                </a:lnTo>
                <a:lnTo>
                  <a:pt x="1459305" y="28723"/>
                </a:lnTo>
                <a:lnTo>
                  <a:pt x="1459411" y="7446"/>
                </a:lnTo>
                <a:lnTo>
                  <a:pt x="1445248" y="7375"/>
                </a:lnTo>
                <a:close/>
                <a:moveTo>
                  <a:pt x="1416907" y="7234"/>
                </a:moveTo>
                <a:lnTo>
                  <a:pt x="1416801" y="28510"/>
                </a:lnTo>
                <a:lnTo>
                  <a:pt x="1430964" y="28581"/>
                </a:lnTo>
                <a:lnTo>
                  <a:pt x="1431078" y="7305"/>
                </a:lnTo>
                <a:lnTo>
                  <a:pt x="1416907" y="7234"/>
                </a:lnTo>
                <a:close/>
                <a:moveTo>
                  <a:pt x="1388574" y="7092"/>
                </a:moveTo>
                <a:lnTo>
                  <a:pt x="1388460" y="28369"/>
                </a:lnTo>
                <a:lnTo>
                  <a:pt x="1402630" y="28439"/>
                </a:lnTo>
                <a:lnTo>
                  <a:pt x="1402744" y="7163"/>
                </a:lnTo>
                <a:lnTo>
                  <a:pt x="1388574" y="7092"/>
                </a:lnTo>
                <a:close/>
                <a:moveTo>
                  <a:pt x="1360233" y="6950"/>
                </a:moveTo>
                <a:lnTo>
                  <a:pt x="1360134" y="28227"/>
                </a:lnTo>
                <a:lnTo>
                  <a:pt x="1374297" y="28298"/>
                </a:lnTo>
                <a:lnTo>
                  <a:pt x="1374403" y="7021"/>
                </a:lnTo>
                <a:lnTo>
                  <a:pt x="1360233" y="6950"/>
                </a:lnTo>
                <a:close/>
                <a:moveTo>
                  <a:pt x="1331906" y="6808"/>
                </a:moveTo>
                <a:lnTo>
                  <a:pt x="1331793" y="28085"/>
                </a:lnTo>
                <a:lnTo>
                  <a:pt x="1345963" y="28156"/>
                </a:lnTo>
                <a:lnTo>
                  <a:pt x="1346070" y="6879"/>
                </a:lnTo>
                <a:lnTo>
                  <a:pt x="1331906" y="6808"/>
                </a:lnTo>
                <a:close/>
                <a:moveTo>
                  <a:pt x="1303566" y="6666"/>
                </a:moveTo>
                <a:lnTo>
                  <a:pt x="1303459" y="27943"/>
                </a:lnTo>
                <a:lnTo>
                  <a:pt x="1317623" y="28014"/>
                </a:lnTo>
                <a:lnTo>
                  <a:pt x="1317736" y="6737"/>
                </a:lnTo>
                <a:lnTo>
                  <a:pt x="1303566" y="6666"/>
                </a:lnTo>
                <a:close/>
                <a:moveTo>
                  <a:pt x="1275225" y="6524"/>
                </a:moveTo>
                <a:lnTo>
                  <a:pt x="1275126" y="27801"/>
                </a:lnTo>
                <a:lnTo>
                  <a:pt x="1289296" y="27872"/>
                </a:lnTo>
                <a:lnTo>
                  <a:pt x="1289395" y="6595"/>
                </a:lnTo>
                <a:lnTo>
                  <a:pt x="1275225" y="6524"/>
                </a:lnTo>
                <a:close/>
                <a:moveTo>
                  <a:pt x="1246898" y="6383"/>
                </a:moveTo>
                <a:lnTo>
                  <a:pt x="1246785" y="27659"/>
                </a:lnTo>
                <a:lnTo>
                  <a:pt x="1260955" y="27730"/>
                </a:lnTo>
                <a:lnTo>
                  <a:pt x="1261062" y="6453"/>
                </a:lnTo>
                <a:lnTo>
                  <a:pt x="1246898" y="6383"/>
                </a:lnTo>
                <a:close/>
                <a:moveTo>
                  <a:pt x="1218558" y="6241"/>
                </a:moveTo>
                <a:lnTo>
                  <a:pt x="1218451" y="27518"/>
                </a:lnTo>
                <a:lnTo>
                  <a:pt x="1232615" y="27588"/>
                </a:lnTo>
                <a:lnTo>
                  <a:pt x="1232728" y="6312"/>
                </a:lnTo>
                <a:lnTo>
                  <a:pt x="1218558" y="6241"/>
                </a:lnTo>
                <a:close/>
                <a:moveTo>
                  <a:pt x="1190224" y="6099"/>
                </a:moveTo>
                <a:lnTo>
                  <a:pt x="1190111" y="27376"/>
                </a:lnTo>
                <a:lnTo>
                  <a:pt x="1204281" y="27447"/>
                </a:lnTo>
                <a:lnTo>
                  <a:pt x="1204394" y="6170"/>
                </a:lnTo>
                <a:lnTo>
                  <a:pt x="1190224" y="6099"/>
                </a:lnTo>
                <a:close/>
                <a:moveTo>
                  <a:pt x="1161883" y="5957"/>
                </a:moveTo>
                <a:lnTo>
                  <a:pt x="1161777" y="27234"/>
                </a:lnTo>
                <a:lnTo>
                  <a:pt x="1175947" y="27305"/>
                </a:lnTo>
                <a:lnTo>
                  <a:pt x="1176054" y="6028"/>
                </a:lnTo>
                <a:lnTo>
                  <a:pt x="1161883" y="5957"/>
                </a:lnTo>
                <a:close/>
                <a:moveTo>
                  <a:pt x="1133557" y="5744"/>
                </a:moveTo>
                <a:lnTo>
                  <a:pt x="1133443" y="27092"/>
                </a:lnTo>
                <a:lnTo>
                  <a:pt x="1147614" y="27163"/>
                </a:lnTo>
                <a:lnTo>
                  <a:pt x="1147720" y="5886"/>
                </a:lnTo>
                <a:lnTo>
                  <a:pt x="1133557" y="5744"/>
                </a:lnTo>
                <a:close/>
                <a:moveTo>
                  <a:pt x="1105216" y="5602"/>
                </a:moveTo>
                <a:lnTo>
                  <a:pt x="1105110" y="26950"/>
                </a:lnTo>
                <a:lnTo>
                  <a:pt x="1119273" y="27021"/>
                </a:lnTo>
                <a:lnTo>
                  <a:pt x="1119387" y="5673"/>
                </a:lnTo>
                <a:lnTo>
                  <a:pt x="1105216" y="5602"/>
                </a:lnTo>
                <a:close/>
                <a:moveTo>
                  <a:pt x="1076883" y="5461"/>
                </a:moveTo>
                <a:lnTo>
                  <a:pt x="1076769" y="26808"/>
                </a:lnTo>
                <a:lnTo>
                  <a:pt x="1090939" y="26879"/>
                </a:lnTo>
                <a:lnTo>
                  <a:pt x="1091046" y="5531"/>
                </a:lnTo>
                <a:lnTo>
                  <a:pt x="1076883" y="5461"/>
                </a:lnTo>
                <a:close/>
                <a:moveTo>
                  <a:pt x="1048542" y="5319"/>
                </a:moveTo>
                <a:lnTo>
                  <a:pt x="1048435" y="26666"/>
                </a:lnTo>
                <a:lnTo>
                  <a:pt x="1062606" y="26737"/>
                </a:lnTo>
                <a:lnTo>
                  <a:pt x="1062712" y="5390"/>
                </a:lnTo>
                <a:lnTo>
                  <a:pt x="1048542" y="5319"/>
                </a:lnTo>
                <a:close/>
                <a:moveTo>
                  <a:pt x="1020208" y="5177"/>
                </a:moveTo>
                <a:lnTo>
                  <a:pt x="1020095" y="26525"/>
                </a:lnTo>
                <a:lnTo>
                  <a:pt x="1034265" y="26596"/>
                </a:lnTo>
                <a:lnTo>
                  <a:pt x="1034379" y="5248"/>
                </a:lnTo>
                <a:lnTo>
                  <a:pt x="1020208" y="5177"/>
                </a:lnTo>
                <a:close/>
                <a:moveTo>
                  <a:pt x="991868" y="5035"/>
                </a:moveTo>
                <a:lnTo>
                  <a:pt x="991761" y="26383"/>
                </a:lnTo>
                <a:lnTo>
                  <a:pt x="1005931" y="26454"/>
                </a:lnTo>
                <a:lnTo>
                  <a:pt x="1006038" y="5106"/>
                </a:lnTo>
                <a:lnTo>
                  <a:pt x="991868" y="5035"/>
                </a:lnTo>
                <a:close/>
                <a:moveTo>
                  <a:pt x="963527" y="4893"/>
                </a:moveTo>
                <a:lnTo>
                  <a:pt x="963428" y="26241"/>
                </a:lnTo>
                <a:lnTo>
                  <a:pt x="977598" y="26312"/>
                </a:lnTo>
                <a:lnTo>
                  <a:pt x="977697" y="4964"/>
                </a:lnTo>
                <a:lnTo>
                  <a:pt x="963527" y="4893"/>
                </a:lnTo>
                <a:close/>
                <a:moveTo>
                  <a:pt x="935200" y="4751"/>
                </a:moveTo>
                <a:lnTo>
                  <a:pt x="935087" y="26099"/>
                </a:lnTo>
                <a:lnTo>
                  <a:pt x="949257" y="26170"/>
                </a:lnTo>
                <a:lnTo>
                  <a:pt x="949364" y="4822"/>
                </a:lnTo>
                <a:lnTo>
                  <a:pt x="935200" y="4751"/>
                </a:lnTo>
                <a:close/>
                <a:moveTo>
                  <a:pt x="906867" y="4609"/>
                </a:moveTo>
                <a:lnTo>
                  <a:pt x="906753" y="25957"/>
                </a:lnTo>
                <a:lnTo>
                  <a:pt x="920924" y="26028"/>
                </a:lnTo>
                <a:lnTo>
                  <a:pt x="921030" y="4680"/>
                </a:lnTo>
                <a:lnTo>
                  <a:pt x="906867" y="4609"/>
                </a:lnTo>
                <a:close/>
                <a:moveTo>
                  <a:pt x="878526" y="4468"/>
                </a:moveTo>
                <a:lnTo>
                  <a:pt x="878420" y="25815"/>
                </a:lnTo>
                <a:lnTo>
                  <a:pt x="892583" y="25886"/>
                </a:lnTo>
                <a:lnTo>
                  <a:pt x="892696" y="4539"/>
                </a:lnTo>
                <a:lnTo>
                  <a:pt x="878526" y="4468"/>
                </a:lnTo>
                <a:close/>
                <a:moveTo>
                  <a:pt x="850192" y="4326"/>
                </a:moveTo>
                <a:lnTo>
                  <a:pt x="850079" y="25674"/>
                </a:lnTo>
                <a:lnTo>
                  <a:pt x="864249" y="25744"/>
                </a:lnTo>
                <a:lnTo>
                  <a:pt x="864363" y="4397"/>
                </a:lnTo>
                <a:lnTo>
                  <a:pt x="850192" y="4326"/>
                </a:lnTo>
                <a:close/>
                <a:moveTo>
                  <a:pt x="821859" y="4184"/>
                </a:moveTo>
                <a:lnTo>
                  <a:pt x="821745" y="25532"/>
                </a:lnTo>
                <a:lnTo>
                  <a:pt x="835916" y="25532"/>
                </a:lnTo>
                <a:lnTo>
                  <a:pt x="836022" y="4255"/>
                </a:lnTo>
                <a:lnTo>
                  <a:pt x="821859" y="4184"/>
                </a:lnTo>
                <a:close/>
                <a:moveTo>
                  <a:pt x="793518" y="4042"/>
                </a:moveTo>
                <a:lnTo>
                  <a:pt x="793412" y="25390"/>
                </a:lnTo>
                <a:lnTo>
                  <a:pt x="807575" y="25461"/>
                </a:lnTo>
                <a:lnTo>
                  <a:pt x="807688" y="4113"/>
                </a:lnTo>
                <a:lnTo>
                  <a:pt x="793518" y="4042"/>
                </a:lnTo>
                <a:close/>
                <a:moveTo>
                  <a:pt x="765184" y="3900"/>
                </a:moveTo>
                <a:lnTo>
                  <a:pt x="765071" y="25248"/>
                </a:lnTo>
                <a:lnTo>
                  <a:pt x="779241" y="25319"/>
                </a:lnTo>
                <a:lnTo>
                  <a:pt x="779355" y="3971"/>
                </a:lnTo>
                <a:lnTo>
                  <a:pt x="765184" y="3900"/>
                </a:lnTo>
                <a:close/>
                <a:moveTo>
                  <a:pt x="736844" y="3758"/>
                </a:moveTo>
                <a:lnTo>
                  <a:pt x="736737" y="25035"/>
                </a:lnTo>
                <a:lnTo>
                  <a:pt x="750908" y="25106"/>
                </a:lnTo>
                <a:lnTo>
                  <a:pt x="751014" y="3829"/>
                </a:lnTo>
                <a:lnTo>
                  <a:pt x="736844" y="3758"/>
                </a:lnTo>
                <a:close/>
                <a:moveTo>
                  <a:pt x="708510" y="3617"/>
                </a:moveTo>
                <a:lnTo>
                  <a:pt x="708404" y="24893"/>
                </a:lnTo>
                <a:lnTo>
                  <a:pt x="722567" y="24964"/>
                </a:lnTo>
                <a:lnTo>
                  <a:pt x="722680" y="3687"/>
                </a:lnTo>
                <a:lnTo>
                  <a:pt x="708510" y="3617"/>
                </a:lnTo>
                <a:close/>
                <a:moveTo>
                  <a:pt x="680176" y="3475"/>
                </a:moveTo>
                <a:lnTo>
                  <a:pt x="680063" y="24752"/>
                </a:lnTo>
                <a:lnTo>
                  <a:pt x="694233" y="24822"/>
                </a:lnTo>
                <a:lnTo>
                  <a:pt x="694347" y="3546"/>
                </a:lnTo>
                <a:lnTo>
                  <a:pt x="680176" y="3475"/>
                </a:lnTo>
                <a:close/>
                <a:moveTo>
                  <a:pt x="651836" y="3333"/>
                </a:moveTo>
                <a:lnTo>
                  <a:pt x="651736" y="24610"/>
                </a:lnTo>
                <a:lnTo>
                  <a:pt x="665900" y="24681"/>
                </a:lnTo>
                <a:lnTo>
                  <a:pt x="666006" y="3404"/>
                </a:lnTo>
                <a:lnTo>
                  <a:pt x="651836" y="3333"/>
                </a:lnTo>
                <a:close/>
                <a:moveTo>
                  <a:pt x="623502" y="3191"/>
                </a:moveTo>
                <a:lnTo>
                  <a:pt x="623396" y="24468"/>
                </a:lnTo>
                <a:lnTo>
                  <a:pt x="637566" y="24539"/>
                </a:lnTo>
                <a:lnTo>
                  <a:pt x="637673" y="3262"/>
                </a:lnTo>
                <a:lnTo>
                  <a:pt x="623502" y="3191"/>
                </a:lnTo>
                <a:close/>
                <a:moveTo>
                  <a:pt x="595169" y="3049"/>
                </a:moveTo>
                <a:lnTo>
                  <a:pt x="595055" y="24326"/>
                </a:lnTo>
                <a:lnTo>
                  <a:pt x="609225" y="24397"/>
                </a:lnTo>
                <a:lnTo>
                  <a:pt x="609339" y="3120"/>
                </a:lnTo>
                <a:lnTo>
                  <a:pt x="595169" y="3049"/>
                </a:lnTo>
                <a:close/>
                <a:moveTo>
                  <a:pt x="566835" y="2907"/>
                </a:moveTo>
                <a:lnTo>
                  <a:pt x="566721" y="24184"/>
                </a:lnTo>
                <a:lnTo>
                  <a:pt x="580892" y="24255"/>
                </a:lnTo>
                <a:lnTo>
                  <a:pt x="580998" y="2978"/>
                </a:lnTo>
                <a:lnTo>
                  <a:pt x="566835" y="2907"/>
                </a:lnTo>
                <a:close/>
                <a:moveTo>
                  <a:pt x="538494" y="2765"/>
                </a:moveTo>
                <a:lnTo>
                  <a:pt x="538388" y="24042"/>
                </a:lnTo>
                <a:lnTo>
                  <a:pt x="552551" y="24113"/>
                </a:lnTo>
                <a:lnTo>
                  <a:pt x="552665" y="2836"/>
                </a:lnTo>
                <a:lnTo>
                  <a:pt x="538494" y="2765"/>
                </a:lnTo>
                <a:close/>
                <a:moveTo>
                  <a:pt x="510161" y="2624"/>
                </a:moveTo>
                <a:lnTo>
                  <a:pt x="510047" y="23900"/>
                </a:lnTo>
                <a:lnTo>
                  <a:pt x="524217" y="23971"/>
                </a:lnTo>
                <a:lnTo>
                  <a:pt x="524331" y="2695"/>
                </a:lnTo>
                <a:lnTo>
                  <a:pt x="510161" y="2624"/>
                </a:lnTo>
                <a:close/>
                <a:moveTo>
                  <a:pt x="481820" y="2482"/>
                </a:moveTo>
                <a:lnTo>
                  <a:pt x="481714" y="23759"/>
                </a:lnTo>
                <a:lnTo>
                  <a:pt x="495877" y="23830"/>
                </a:lnTo>
                <a:lnTo>
                  <a:pt x="495990" y="2553"/>
                </a:lnTo>
                <a:lnTo>
                  <a:pt x="481820" y="2482"/>
                </a:lnTo>
                <a:close/>
                <a:moveTo>
                  <a:pt x="453486" y="2340"/>
                </a:moveTo>
                <a:lnTo>
                  <a:pt x="453373" y="23617"/>
                </a:lnTo>
                <a:lnTo>
                  <a:pt x="467543" y="23688"/>
                </a:lnTo>
                <a:lnTo>
                  <a:pt x="467657" y="2411"/>
                </a:lnTo>
                <a:lnTo>
                  <a:pt x="453486" y="2340"/>
                </a:lnTo>
                <a:close/>
                <a:moveTo>
                  <a:pt x="425146" y="2198"/>
                </a:moveTo>
                <a:lnTo>
                  <a:pt x="425039" y="23475"/>
                </a:lnTo>
                <a:lnTo>
                  <a:pt x="439210" y="23546"/>
                </a:lnTo>
                <a:lnTo>
                  <a:pt x="439316" y="2269"/>
                </a:lnTo>
                <a:lnTo>
                  <a:pt x="425146" y="2198"/>
                </a:lnTo>
                <a:close/>
                <a:moveTo>
                  <a:pt x="396819" y="1985"/>
                </a:moveTo>
                <a:lnTo>
                  <a:pt x="396706" y="23333"/>
                </a:lnTo>
                <a:lnTo>
                  <a:pt x="410869" y="23404"/>
                </a:lnTo>
                <a:lnTo>
                  <a:pt x="410982" y="2127"/>
                </a:lnTo>
                <a:lnTo>
                  <a:pt x="396819" y="1985"/>
                </a:lnTo>
                <a:close/>
                <a:moveTo>
                  <a:pt x="368478" y="1843"/>
                </a:moveTo>
                <a:lnTo>
                  <a:pt x="368372" y="23191"/>
                </a:lnTo>
                <a:lnTo>
                  <a:pt x="382535" y="23262"/>
                </a:lnTo>
                <a:lnTo>
                  <a:pt x="382649" y="1985"/>
                </a:lnTo>
                <a:lnTo>
                  <a:pt x="368478" y="1843"/>
                </a:lnTo>
                <a:close/>
                <a:moveTo>
                  <a:pt x="340138" y="1702"/>
                </a:moveTo>
                <a:lnTo>
                  <a:pt x="340038" y="23049"/>
                </a:lnTo>
                <a:lnTo>
                  <a:pt x="354202" y="23120"/>
                </a:lnTo>
                <a:lnTo>
                  <a:pt x="354308" y="1773"/>
                </a:lnTo>
                <a:lnTo>
                  <a:pt x="340138" y="1702"/>
                </a:lnTo>
                <a:close/>
                <a:moveTo>
                  <a:pt x="311804" y="1560"/>
                </a:moveTo>
                <a:lnTo>
                  <a:pt x="311698" y="22908"/>
                </a:lnTo>
                <a:lnTo>
                  <a:pt x="325861" y="22978"/>
                </a:lnTo>
                <a:lnTo>
                  <a:pt x="325974" y="1702"/>
                </a:lnTo>
                <a:lnTo>
                  <a:pt x="311804" y="1560"/>
                </a:lnTo>
                <a:close/>
                <a:moveTo>
                  <a:pt x="283470" y="1418"/>
                </a:moveTo>
                <a:lnTo>
                  <a:pt x="283364" y="22766"/>
                </a:lnTo>
                <a:lnTo>
                  <a:pt x="297527" y="22837"/>
                </a:lnTo>
                <a:lnTo>
                  <a:pt x="297641" y="1489"/>
                </a:lnTo>
                <a:lnTo>
                  <a:pt x="283470" y="1418"/>
                </a:lnTo>
                <a:close/>
                <a:moveTo>
                  <a:pt x="255137" y="1276"/>
                </a:moveTo>
                <a:lnTo>
                  <a:pt x="255023" y="22624"/>
                </a:lnTo>
                <a:lnTo>
                  <a:pt x="269194" y="22695"/>
                </a:lnTo>
                <a:lnTo>
                  <a:pt x="269300" y="1347"/>
                </a:lnTo>
                <a:lnTo>
                  <a:pt x="255137" y="1276"/>
                </a:lnTo>
                <a:close/>
                <a:moveTo>
                  <a:pt x="226796" y="1134"/>
                </a:moveTo>
                <a:lnTo>
                  <a:pt x="226690" y="22482"/>
                </a:lnTo>
                <a:lnTo>
                  <a:pt x="240853" y="22553"/>
                </a:lnTo>
                <a:lnTo>
                  <a:pt x="240966" y="1205"/>
                </a:lnTo>
                <a:lnTo>
                  <a:pt x="226796" y="1134"/>
                </a:lnTo>
                <a:close/>
                <a:moveTo>
                  <a:pt x="198462" y="992"/>
                </a:moveTo>
                <a:lnTo>
                  <a:pt x="198349" y="22340"/>
                </a:lnTo>
                <a:lnTo>
                  <a:pt x="212519" y="22411"/>
                </a:lnTo>
                <a:lnTo>
                  <a:pt x="212633" y="1063"/>
                </a:lnTo>
                <a:lnTo>
                  <a:pt x="198462" y="992"/>
                </a:lnTo>
                <a:close/>
                <a:moveTo>
                  <a:pt x="170129" y="851"/>
                </a:moveTo>
                <a:lnTo>
                  <a:pt x="170015" y="22198"/>
                </a:lnTo>
                <a:lnTo>
                  <a:pt x="184186" y="22269"/>
                </a:lnTo>
                <a:lnTo>
                  <a:pt x="184292" y="921"/>
                </a:lnTo>
                <a:lnTo>
                  <a:pt x="170129" y="851"/>
                </a:lnTo>
                <a:close/>
                <a:moveTo>
                  <a:pt x="141788" y="709"/>
                </a:moveTo>
                <a:lnTo>
                  <a:pt x="141682" y="22056"/>
                </a:lnTo>
                <a:lnTo>
                  <a:pt x="155845" y="22127"/>
                </a:lnTo>
                <a:lnTo>
                  <a:pt x="155958" y="780"/>
                </a:lnTo>
                <a:lnTo>
                  <a:pt x="141788" y="709"/>
                </a:lnTo>
                <a:close/>
                <a:moveTo>
                  <a:pt x="113455" y="567"/>
                </a:moveTo>
                <a:lnTo>
                  <a:pt x="113348" y="21915"/>
                </a:lnTo>
                <a:lnTo>
                  <a:pt x="127518" y="21986"/>
                </a:lnTo>
                <a:lnTo>
                  <a:pt x="127625" y="638"/>
                </a:lnTo>
                <a:lnTo>
                  <a:pt x="113455" y="567"/>
                </a:lnTo>
                <a:close/>
                <a:moveTo>
                  <a:pt x="85121" y="425"/>
                </a:moveTo>
                <a:lnTo>
                  <a:pt x="85007" y="21773"/>
                </a:lnTo>
                <a:lnTo>
                  <a:pt x="99178" y="21844"/>
                </a:lnTo>
                <a:lnTo>
                  <a:pt x="99291" y="496"/>
                </a:lnTo>
                <a:lnTo>
                  <a:pt x="85121" y="425"/>
                </a:lnTo>
                <a:close/>
                <a:moveTo>
                  <a:pt x="56787" y="283"/>
                </a:moveTo>
                <a:lnTo>
                  <a:pt x="56674" y="21560"/>
                </a:lnTo>
                <a:lnTo>
                  <a:pt x="70844" y="21702"/>
                </a:lnTo>
                <a:lnTo>
                  <a:pt x="70951" y="354"/>
                </a:lnTo>
                <a:lnTo>
                  <a:pt x="56787" y="283"/>
                </a:lnTo>
                <a:close/>
                <a:moveTo>
                  <a:pt x="28447" y="141"/>
                </a:moveTo>
                <a:lnTo>
                  <a:pt x="28340" y="21489"/>
                </a:lnTo>
                <a:lnTo>
                  <a:pt x="42511" y="21560"/>
                </a:lnTo>
                <a:lnTo>
                  <a:pt x="42610" y="212"/>
                </a:lnTo>
                <a:lnTo>
                  <a:pt x="28447" y="141"/>
                </a:lnTo>
                <a:close/>
                <a:moveTo>
                  <a:pt x="113" y="0"/>
                </a:moveTo>
                <a:lnTo>
                  <a:pt x="0" y="21347"/>
                </a:lnTo>
                <a:lnTo>
                  <a:pt x="14170" y="21418"/>
                </a:lnTo>
                <a:lnTo>
                  <a:pt x="14283" y="70"/>
                </a:lnTo>
                <a:lnTo>
                  <a:pt x="113" y="0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22" name="CustomShape 23"/>
          <p:cNvSpPr/>
          <p:nvPr/>
        </p:nvSpPr>
        <p:spPr>
          <a:xfrm>
            <a:off x="2522880" y="3046680"/>
            <a:ext cx="165600" cy="168120"/>
          </a:xfrm>
          <a:prstGeom prst="rect">
            <a:avLst/>
          </a:prstGeom>
          <a:blipFill rotWithShape="0">
            <a:blip r:embed="rId14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23" name="CustomShape 24"/>
          <p:cNvSpPr/>
          <p:nvPr/>
        </p:nvSpPr>
        <p:spPr>
          <a:xfrm>
            <a:off x="3188520" y="3089520"/>
            <a:ext cx="360" cy="363600"/>
          </a:xfrm>
          <a:custGeom>
            <a:avLst/>
            <a:gdLst/>
            <a:ahLst/>
            <a:cxnLst/>
            <a:rect l="l" t="t" r="r" b="b"/>
            <a:pathLst>
              <a:path h="209550">
                <a:moveTo>
                  <a:pt x="0" y="0"/>
                </a:moveTo>
                <a:lnTo>
                  <a:pt x="0" y="209278"/>
                </a:lnTo>
              </a:path>
            </a:pathLst>
          </a:custGeom>
          <a:noFill/>
          <a:ln w="22680">
            <a:solidFill>
              <a:srgbClr val="231F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24" name="CustomShape 25"/>
          <p:cNvSpPr/>
          <p:nvPr/>
        </p:nvSpPr>
        <p:spPr>
          <a:xfrm>
            <a:off x="3032280" y="3189240"/>
            <a:ext cx="360" cy="26424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1916"/>
                </a:lnTo>
              </a:path>
            </a:pathLst>
          </a:custGeom>
          <a:noFill/>
          <a:ln w="22680">
            <a:solidFill>
              <a:srgbClr val="231F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25" name="CustomShape 26"/>
          <p:cNvSpPr/>
          <p:nvPr/>
        </p:nvSpPr>
        <p:spPr>
          <a:xfrm>
            <a:off x="2941200" y="3189240"/>
            <a:ext cx="360" cy="26424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1916"/>
                </a:lnTo>
              </a:path>
            </a:pathLst>
          </a:custGeom>
          <a:noFill/>
          <a:ln w="22680">
            <a:solidFill>
              <a:srgbClr val="231F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26" name="CustomShape 27"/>
          <p:cNvSpPr/>
          <p:nvPr/>
        </p:nvSpPr>
        <p:spPr>
          <a:xfrm>
            <a:off x="3370680" y="2435400"/>
            <a:ext cx="360" cy="234720"/>
          </a:xfrm>
          <a:custGeom>
            <a:avLst/>
            <a:gdLst/>
            <a:ahLst/>
            <a:cxnLst/>
            <a:rect l="l" t="t" r="r" b="b"/>
            <a:pathLst>
              <a:path h="135255">
                <a:moveTo>
                  <a:pt x="0" y="0"/>
                </a:moveTo>
                <a:lnTo>
                  <a:pt x="0" y="135072"/>
                </a:lnTo>
              </a:path>
            </a:pathLst>
          </a:custGeom>
          <a:noFill/>
          <a:ln w="22680">
            <a:solidFill>
              <a:srgbClr val="231F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27" name="CustomShape 28"/>
          <p:cNvSpPr/>
          <p:nvPr/>
        </p:nvSpPr>
        <p:spPr>
          <a:xfrm>
            <a:off x="3290760" y="2482560"/>
            <a:ext cx="360" cy="187200"/>
          </a:xfrm>
          <a:custGeom>
            <a:avLst/>
            <a:gdLst/>
            <a:ahLst/>
            <a:cxnLst/>
            <a:rect l="l" t="t" r="r" b="b"/>
            <a:pathLst>
              <a:path h="107950">
                <a:moveTo>
                  <a:pt x="0" y="0"/>
                </a:moveTo>
                <a:lnTo>
                  <a:pt x="0" y="107759"/>
                </a:lnTo>
              </a:path>
            </a:pathLst>
          </a:custGeom>
          <a:noFill/>
          <a:ln w="22680">
            <a:solidFill>
              <a:srgbClr val="231F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28" name="CustomShape 29"/>
          <p:cNvSpPr/>
          <p:nvPr/>
        </p:nvSpPr>
        <p:spPr>
          <a:xfrm>
            <a:off x="3481200" y="2347560"/>
            <a:ext cx="34560" cy="481680"/>
          </a:xfrm>
          <a:custGeom>
            <a:avLst/>
            <a:gdLst/>
            <a:ahLst/>
            <a:cxnLst/>
            <a:rect l="l" t="t" r="r" b="b"/>
            <a:pathLst>
              <a:path w="20319" h="277494">
                <a:moveTo>
                  <a:pt x="0" y="196994"/>
                </a:moveTo>
                <a:lnTo>
                  <a:pt x="0" y="276853"/>
                </a:lnTo>
                <a:lnTo>
                  <a:pt x="19929" y="276946"/>
                </a:lnTo>
                <a:lnTo>
                  <a:pt x="19929" y="204569"/>
                </a:lnTo>
                <a:lnTo>
                  <a:pt x="0" y="196994"/>
                </a:lnTo>
                <a:close/>
                <a:moveTo>
                  <a:pt x="0" y="0"/>
                </a:moveTo>
                <a:lnTo>
                  <a:pt x="0" y="86795"/>
                </a:lnTo>
                <a:lnTo>
                  <a:pt x="19929" y="86795"/>
                </a:lnTo>
                <a:lnTo>
                  <a:pt x="19929" y="92"/>
                </a:lnTo>
                <a:lnTo>
                  <a:pt x="0" y="0"/>
                </a:lnTo>
                <a:close/>
              </a:path>
            </a:pathLst>
          </a:custGeom>
          <a:solidFill>
            <a:srgbClr val="70CCD7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29" name="CustomShape 30"/>
          <p:cNvSpPr/>
          <p:nvPr/>
        </p:nvSpPr>
        <p:spPr>
          <a:xfrm>
            <a:off x="3481200" y="2535120"/>
            <a:ext cx="34560" cy="167400"/>
          </a:xfrm>
          <a:custGeom>
            <a:avLst/>
            <a:gdLst/>
            <a:ahLst/>
            <a:cxnLst/>
            <a:rect l="l" t="t" r="r" b="b"/>
            <a:pathLst>
              <a:path w="20319" h="96519">
                <a:moveTo>
                  <a:pt x="19929" y="0"/>
                </a:moveTo>
                <a:lnTo>
                  <a:pt x="0" y="0"/>
                </a:lnTo>
                <a:lnTo>
                  <a:pt x="0" y="88887"/>
                </a:lnTo>
                <a:lnTo>
                  <a:pt x="19929" y="96461"/>
                </a:lnTo>
                <a:lnTo>
                  <a:pt x="19929" y="0"/>
                </a:lnTo>
                <a:close/>
              </a:path>
            </a:pathLst>
          </a:custGeom>
          <a:solidFill>
            <a:srgbClr val="6DCBD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30" name="CustomShape 31"/>
          <p:cNvSpPr/>
          <p:nvPr/>
        </p:nvSpPr>
        <p:spPr>
          <a:xfrm>
            <a:off x="3481200" y="2498400"/>
            <a:ext cx="34560" cy="37080"/>
          </a:xfrm>
          <a:custGeom>
            <a:avLst/>
            <a:gdLst/>
            <a:ahLst/>
            <a:cxnLst/>
            <a:rect l="l" t="t" r="r" b="b"/>
            <a:pathLst>
              <a:path w="20319" h="21590">
                <a:moveTo>
                  <a:pt x="19929" y="0"/>
                </a:moveTo>
                <a:lnTo>
                  <a:pt x="0" y="0"/>
                </a:lnTo>
                <a:lnTo>
                  <a:pt x="0" y="21305"/>
                </a:lnTo>
                <a:lnTo>
                  <a:pt x="19929" y="21305"/>
                </a:lnTo>
                <a:lnTo>
                  <a:pt x="19929" y="0"/>
                </a:lnTo>
                <a:close/>
              </a:path>
            </a:pathLst>
          </a:custGeom>
          <a:solidFill>
            <a:srgbClr val="00151A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31" name="CustomShape 32"/>
          <p:cNvSpPr/>
          <p:nvPr/>
        </p:nvSpPr>
        <p:spPr>
          <a:xfrm>
            <a:off x="13320" y="2351160"/>
            <a:ext cx="3429360" cy="298440"/>
          </a:xfrm>
          <a:custGeom>
            <a:avLst/>
            <a:gdLst/>
            <a:ahLst/>
            <a:cxnLst/>
            <a:rect l="l" t="t" r="r" b="b"/>
            <a:pathLst>
              <a:path w="2000885" h="172084">
                <a:moveTo>
                  <a:pt x="2000388" y="48411"/>
                </a:moveTo>
                <a:lnTo>
                  <a:pt x="1969941" y="48411"/>
                </a:lnTo>
                <a:lnTo>
                  <a:pt x="1969941" y="171881"/>
                </a:lnTo>
                <a:lnTo>
                  <a:pt x="2000388" y="172022"/>
                </a:lnTo>
                <a:lnTo>
                  <a:pt x="2000388" y="48411"/>
                </a:lnTo>
                <a:close/>
                <a:moveTo>
                  <a:pt x="1947352" y="75731"/>
                </a:moveTo>
                <a:lnTo>
                  <a:pt x="1923451" y="75731"/>
                </a:lnTo>
                <a:lnTo>
                  <a:pt x="1923451" y="171661"/>
                </a:lnTo>
                <a:lnTo>
                  <a:pt x="1947352" y="171774"/>
                </a:lnTo>
                <a:lnTo>
                  <a:pt x="1947352" y="75731"/>
                </a:lnTo>
                <a:close/>
                <a:moveTo>
                  <a:pt x="0" y="0"/>
                </a:moveTo>
                <a:lnTo>
                  <a:pt x="0" y="162703"/>
                </a:lnTo>
                <a:lnTo>
                  <a:pt x="1900855" y="171554"/>
                </a:lnTo>
                <a:lnTo>
                  <a:pt x="1900855" y="75731"/>
                </a:lnTo>
                <a:lnTo>
                  <a:pt x="1947352" y="75731"/>
                </a:lnTo>
                <a:lnTo>
                  <a:pt x="1947352" y="48411"/>
                </a:lnTo>
                <a:lnTo>
                  <a:pt x="2000388" y="48411"/>
                </a:lnTo>
                <a:lnTo>
                  <a:pt x="2000388" y="9319"/>
                </a:lnTo>
                <a:lnTo>
                  <a:pt x="0" y="0"/>
                </a:lnTo>
                <a:close/>
              </a:path>
            </a:pathLst>
          </a:custGeom>
          <a:solidFill>
            <a:srgbClr val="70CCD7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32" name="CustomShape 33"/>
          <p:cNvSpPr/>
          <p:nvPr/>
        </p:nvSpPr>
        <p:spPr>
          <a:xfrm>
            <a:off x="0" y="2331360"/>
            <a:ext cx="3481560" cy="319680"/>
          </a:xfrm>
          <a:custGeom>
            <a:avLst/>
            <a:gdLst/>
            <a:ahLst/>
            <a:cxnLst/>
            <a:rect l="l" t="t" r="r" b="b"/>
            <a:pathLst>
              <a:path w="2031364" h="184150">
                <a:moveTo>
                  <a:pt x="2030850" y="11454"/>
                </a:moveTo>
                <a:lnTo>
                  <a:pt x="7695" y="11454"/>
                </a:lnTo>
                <a:lnTo>
                  <a:pt x="2008076" y="20773"/>
                </a:lnTo>
                <a:lnTo>
                  <a:pt x="2008076" y="183477"/>
                </a:lnTo>
                <a:lnTo>
                  <a:pt x="2030850" y="183576"/>
                </a:lnTo>
                <a:lnTo>
                  <a:pt x="2030850" y="11454"/>
                </a:lnTo>
                <a:close/>
                <a:moveTo>
                  <a:pt x="0" y="0"/>
                </a:moveTo>
                <a:lnTo>
                  <a:pt x="0" y="174122"/>
                </a:lnTo>
                <a:lnTo>
                  <a:pt x="7695" y="174157"/>
                </a:lnTo>
                <a:lnTo>
                  <a:pt x="7695" y="11454"/>
                </a:lnTo>
                <a:lnTo>
                  <a:pt x="2030850" y="11454"/>
                </a:lnTo>
                <a:lnTo>
                  <a:pt x="2030850" y="9319"/>
                </a:lnTo>
                <a:lnTo>
                  <a:pt x="0" y="0"/>
                </a:lnTo>
                <a:close/>
              </a:path>
            </a:pathLst>
          </a:custGeom>
          <a:solidFill>
            <a:srgbClr val="00151A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33" name="CustomShape 34"/>
          <p:cNvSpPr/>
          <p:nvPr/>
        </p:nvSpPr>
        <p:spPr>
          <a:xfrm>
            <a:off x="13320" y="2673720"/>
            <a:ext cx="3428640" cy="154440"/>
          </a:xfrm>
          <a:prstGeom prst="rect">
            <a:avLst/>
          </a:prstGeom>
          <a:blipFill rotWithShape="0">
            <a:blip r:embed="rId15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34" name="CustomShape 35"/>
          <p:cNvSpPr/>
          <p:nvPr/>
        </p:nvSpPr>
        <p:spPr>
          <a:xfrm>
            <a:off x="0" y="2633760"/>
            <a:ext cx="3481560" cy="194760"/>
          </a:xfrm>
          <a:custGeom>
            <a:avLst/>
            <a:gdLst/>
            <a:ahLst/>
            <a:cxnLst/>
            <a:rect l="l" t="t" r="r" b="b"/>
            <a:pathLst>
              <a:path w="2031364" h="112394">
                <a:moveTo>
                  <a:pt x="2030850" y="22872"/>
                </a:moveTo>
                <a:lnTo>
                  <a:pt x="7695" y="22872"/>
                </a:lnTo>
                <a:lnTo>
                  <a:pt x="2008076" y="32184"/>
                </a:lnTo>
                <a:lnTo>
                  <a:pt x="2008076" y="111951"/>
                </a:lnTo>
                <a:lnTo>
                  <a:pt x="2030850" y="112057"/>
                </a:lnTo>
                <a:lnTo>
                  <a:pt x="2030850" y="22872"/>
                </a:lnTo>
                <a:close/>
                <a:moveTo>
                  <a:pt x="0" y="0"/>
                </a:moveTo>
                <a:lnTo>
                  <a:pt x="0" y="102731"/>
                </a:lnTo>
                <a:lnTo>
                  <a:pt x="7695" y="102766"/>
                </a:lnTo>
                <a:lnTo>
                  <a:pt x="7695" y="22872"/>
                </a:lnTo>
                <a:lnTo>
                  <a:pt x="2030850" y="22872"/>
                </a:lnTo>
                <a:lnTo>
                  <a:pt x="2030850" y="20822"/>
                </a:lnTo>
                <a:lnTo>
                  <a:pt x="1908550" y="20822"/>
                </a:lnTo>
                <a:lnTo>
                  <a:pt x="1908550" y="8893"/>
                </a:lnTo>
                <a:lnTo>
                  <a:pt x="0" y="0"/>
                </a:lnTo>
                <a:close/>
                <a:moveTo>
                  <a:pt x="1931146" y="8992"/>
                </a:moveTo>
                <a:lnTo>
                  <a:pt x="1931146" y="20822"/>
                </a:lnTo>
                <a:lnTo>
                  <a:pt x="1955033" y="20822"/>
                </a:lnTo>
                <a:lnTo>
                  <a:pt x="1955033" y="9106"/>
                </a:lnTo>
                <a:lnTo>
                  <a:pt x="1931146" y="8992"/>
                </a:lnTo>
                <a:close/>
                <a:moveTo>
                  <a:pt x="1977629" y="9205"/>
                </a:moveTo>
                <a:lnTo>
                  <a:pt x="1977629" y="20822"/>
                </a:lnTo>
                <a:lnTo>
                  <a:pt x="2030850" y="20822"/>
                </a:lnTo>
                <a:lnTo>
                  <a:pt x="2030850" y="9461"/>
                </a:lnTo>
                <a:lnTo>
                  <a:pt x="1977629" y="9205"/>
                </a:lnTo>
                <a:close/>
              </a:path>
            </a:pathLst>
          </a:custGeom>
          <a:solidFill>
            <a:srgbClr val="00151A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35" name="CustomShape 36"/>
          <p:cNvSpPr/>
          <p:nvPr/>
        </p:nvSpPr>
        <p:spPr>
          <a:xfrm>
            <a:off x="119880" y="2704320"/>
            <a:ext cx="3188880" cy="123120"/>
          </a:xfrm>
          <a:custGeom>
            <a:avLst/>
            <a:gdLst/>
            <a:ahLst/>
            <a:cxnLst/>
            <a:rect l="l" t="t" r="r" b="b"/>
            <a:pathLst>
              <a:path w="1860550" h="71119">
                <a:moveTo>
                  <a:pt x="1860479" y="68929"/>
                </a:moveTo>
                <a:lnTo>
                  <a:pt x="1839223" y="68929"/>
                </a:lnTo>
                <a:lnTo>
                  <a:pt x="1839223" y="70844"/>
                </a:lnTo>
                <a:lnTo>
                  <a:pt x="1860479" y="70943"/>
                </a:lnTo>
                <a:lnTo>
                  <a:pt x="1860479" y="68929"/>
                </a:lnTo>
                <a:close/>
                <a:moveTo>
                  <a:pt x="1860479" y="40518"/>
                </a:moveTo>
                <a:lnTo>
                  <a:pt x="1839223" y="40518"/>
                </a:lnTo>
                <a:lnTo>
                  <a:pt x="1839223" y="54723"/>
                </a:lnTo>
                <a:lnTo>
                  <a:pt x="1860479" y="54723"/>
                </a:lnTo>
                <a:lnTo>
                  <a:pt x="1860479" y="40518"/>
                </a:lnTo>
                <a:close/>
                <a:moveTo>
                  <a:pt x="1849819" y="26312"/>
                </a:moveTo>
                <a:lnTo>
                  <a:pt x="1841862" y="26312"/>
                </a:lnTo>
                <a:lnTo>
                  <a:pt x="1841841" y="30695"/>
                </a:lnTo>
                <a:lnTo>
                  <a:pt x="1849798" y="30744"/>
                </a:lnTo>
                <a:lnTo>
                  <a:pt x="1849819" y="26312"/>
                </a:lnTo>
                <a:close/>
                <a:moveTo>
                  <a:pt x="1841947" y="9383"/>
                </a:moveTo>
                <a:lnTo>
                  <a:pt x="1841890" y="20092"/>
                </a:lnTo>
                <a:lnTo>
                  <a:pt x="1839223" y="20092"/>
                </a:lnTo>
                <a:lnTo>
                  <a:pt x="1839223" y="26312"/>
                </a:lnTo>
                <a:lnTo>
                  <a:pt x="1860479" y="26312"/>
                </a:lnTo>
                <a:lnTo>
                  <a:pt x="1860479" y="9489"/>
                </a:lnTo>
                <a:lnTo>
                  <a:pt x="1841947" y="9383"/>
                </a:lnTo>
                <a:close/>
                <a:moveTo>
                  <a:pt x="1813613" y="9248"/>
                </a:moveTo>
                <a:lnTo>
                  <a:pt x="1813507" y="30553"/>
                </a:lnTo>
                <a:lnTo>
                  <a:pt x="1827677" y="30624"/>
                </a:lnTo>
                <a:lnTo>
                  <a:pt x="1827777" y="9319"/>
                </a:lnTo>
                <a:lnTo>
                  <a:pt x="1813613" y="9248"/>
                </a:lnTo>
                <a:close/>
                <a:moveTo>
                  <a:pt x="1785280" y="9106"/>
                </a:moveTo>
                <a:lnTo>
                  <a:pt x="1785166" y="30411"/>
                </a:lnTo>
                <a:lnTo>
                  <a:pt x="1799337" y="30489"/>
                </a:lnTo>
                <a:lnTo>
                  <a:pt x="1799443" y="9177"/>
                </a:lnTo>
                <a:lnTo>
                  <a:pt x="1785280" y="9106"/>
                </a:lnTo>
                <a:close/>
                <a:moveTo>
                  <a:pt x="1756946" y="8957"/>
                </a:moveTo>
                <a:lnTo>
                  <a:pt x="1756833" y="30269"/>
                </a:lnTo>
                <a:lnTo>
                  <a:pt x="1770996" y="30333"/>
                </a:lnTo>
                <a:lnTo>
                  <a:pt x="1771109" y="9028"/>
                </a:lnTo>
                <a:lnTo>
                  <a:pt x="1756946" y="8957"/>
                </a:lnTo>
                <a:close/>
                <a:moveTo>
                  <a:pt x="1728605" y="8815"/>
                </a:moveTo>
                <a:lnTo>
                  <a:pt x="1728499" y="30127"/>
                </a:lnTo>
                <a:lnTo>
                  <a:pt x="1742669" y="30198"/>
                </a:lnTo>
                <a:lnTo>
                  <a:pt x="1742776" y="8886"/>
                </a:lnTo>
                <a:lnTo>
                  <a:pt x="1728605" y="8815"/>
                </a:lnTo>
                <a:close/>
                <a:moveTo>
                  <a:pt x="1700272" y="8673"/>
                </a:moveTo>
                <a:lnTo>
                  <a:pt x="1700158" y="29979"/>
                </a:lnTo>
                <a:lnTo>
                  <a:pt x="1714329" y="30049"/>
                </a:lnTo>
                <a:lnTo>
                  <a:pt x="1714442" y="8737"/>
                </a:lnTo>
                <a:lnTo>
                  <a:pt x="1700272" y="8673"/>
                </a:lnTo>
                <a:close/>
                <a:moveTo>
                  <a:pt x="1671938" y="8524"/>
                </a:moveTo>
                <a:lnTo>
                  <a:pt x="1671825" y="29837"/>
                </a:lnTo>
                <a:lnTo>
                  <a:pt x="1685995" y="29908"/>
                </a:lnTo>
                <a:lnTo>
                  <a:pt x="1686101" y="8595"/>
                </a:lnTo>
                <a:lnTo>
                  <a:pt x="1671938" y="8524"/>
                </a:lnTo>
                <a:close/>
                <a:moveTo>
                  <a:pt x="1643597" y="8383"/>
                </a:moveTo>
                <a:lnTo>
                  <a:pt x="1643491" y="29688"/>
                </a:lnTo>
                <a:lnTo>
                  <a:pt x="1657654" y="29766"/>
                </a:lnTo>
                <a:lnTo>
                  <a:pt x="1657768" y="8461"/>
                </a:lnTo>
                <a:lnTo>
                  <a:pt x="1643597" y="8383"/>
                </a:lnTo>
                <a:close/>
                <a:moveTo>
                  <a:pt x="1615264" y="8234"/>
                </a:moveTo>
                <a:lnTo>
                  <a:pt x="1615150" y="29546"/>
                </a:lnTo>
                <a:lnTo>
                  <a:pt x="1629321" y="29624"/>
                </a:lnTo>
                <a:lnTo>
                  <a:pt x="1629427" y="8312"/>
                </a:lnTo>
                <a:lnTo>
                  <a:pt x="1615264" y="8234"/>
                </a:lnTo>
                <a:close/>
                <a:moveTo>
                  <a:pt x="1586923" y="8099"/>
                </a:moveTo>
                <a:lnTo>
                  <a:pt x="1586817" y="29404"/>
                </a:lnTo>
                <a:lnTo>
                  <a:pt x="1600987" y="29475"/>
                </a:lnTo>
                <a:lnTo>
                  <a:pt x="1601093" y="8163"/>
                </a:lnTo>
                <a:lnTo>
                  <a:pt x="1586923" y="8099"/>
                </a:lnTo>
                <a:close/>
                <a:moveTo>
                  <a:pt x="1558589" y="7950"/>
                </a:moveTo>
                <a:lnTo>
                  <a:pt x="1558483" y="29262"/>
                </a:lnTo>
                <a:lnTo>
                  <a:pt x="1572646" y="29326"/>
                </a:lnTo>
                <a:lnTo>
                  <a:pt x="1572760" y="8021"/>
                </a:lnTo>
                <a:lnTo>
                  <a:pt x="1558589" y="7950"/>
                </a:lnTo>
                <a:close/>
                <a:moveTo>
                  <a:pt x="1530256" y="7808"/>
                </a:moveTo>
                <a:lnTo>
                  <a:pt x="1530142" y="29113"/>
                </a:lnTo>
                <a:lnTo>
                  <a:pt x="1544313" y="29184"/>
                </a:lnTo>
                <a:lnTo>
                  <a:pt x="1544426" y="7872"/>
                </a:lnTo>
                <a:lnTo>
                  <a:pt x="1530256" y="7808"/>
                </a:lnTo>
                <a:close/>
                <a:moveTo>
                  <a:pt x="1501915" y="7659"/>
                </a:moveTo>
                <a:lnTo>
                  <a:pt x="1501809" y="28964"/>
                </a:lnTo>
                <a:lnTo>
                  <a:pt x="1515979" y="29035"/>
                </a:lnTo>
                <a:lnTo>
                  <a:pt x="1516086" y="7730"/>
                </a:lnTo>
                <a:lnTo>
                  <a:pt x="1501915" y="7659"/>
                </a:lnTo>
                <a:close/>
                <a:moveTo>
                  <a:pt x="1473582" y="7510"/>
                </a:moveTo>
                <a:lnTo>
                  <a:pt x="1473475" y="28822"/>
                </a:lnTo>
                <a:lnTo>
                  <a:pt x="1487638" y="28893"/>
                </a:lnTo>
                <a:lnTo>
                  <a:pt x="1487752" y="7581"/>
                </a:lnTo>
                <a:lnTo>
                  <a:pt x="1473582" y="7510"/>
                </a:lnTo>
                <a:close/>
                <a:moveTo>
                  <a:pt x="1445248" y="7368"/>
                </a:moveTo>
                <a:lnTo>
                  <a:pt x="1445134" y="28674"/>
                </a:lnTo>
                <a:lnTo>
                  <a:pt x="1459305" y="28744"/>
                </a:lnTo>
                <a:lnTo>
                  <a:pt x="1459411" y="7439"/>
                </a:lnTo>
                <a:lnTo>
                  <a:pt x="1445248" y="7368"/>
                </a:lnTo>
                <a:close/>
                <a:moveTo>
                  <a:pt x="1416914" y="7227"/>
                </a:moveTo>
                <a:lnTo>
                  <a:pt x="1416801" y="28532"/>
                </a:lnTo>
                <a:lnTo>
                  <a:pt x="1430964" y="28610"/>
                </a:lnTo>
                <a:lnTo>
                  <a:pt x="1431078" y="7297"/>
                </a:lnTo>
                <a:lnTo>
                  <a:pt x="1416914" y="7227"/>
                </a:lnTo>
                <a:close/>
                <a:moveTo>
                  <a:pt x="1388574" y="7078"/>
                </a:moveTo>
                <a:lnTo>
                  <a:pt x="1388460" y="28383"/>
                </a:lnTo>
                <a:lnTo>
                  <a:pt x="1402630" y="28461"/>
                </a:lnTo>
                <a:lnTo>
                  <a:pt x="1402744" y="7156"/>
                </a:lnTo>
                <a:lnTo>
                  <a:pt x="1388574" y="7078"/>
                </a:lnTo>
                <a:close/>
                <a:moveTo>
                  <a:pt x="1360233" y="6936"/>
                </a:moveTo>
                <a:lnTo>
                  <a:pt x="1360134" y="28248"/>
                </a:lnTo>
                <a:lnTo>
                  <a:pt x="1374297" y="28312"/>
                </a:lnTo>
                <a:lnTo>
                  <a:pt x="1374403" y="7007"/>
                </a:lnTo>
                <a:lnTo>
                  <a:pt x="1360233" y="6936"/>
                </a:lnTo>
                <a:close/>
                <a:moveTo>
                  <a:pt x="1331906" y="6794"/>
                </a:moveTo>
                <a:lnTo>
                  <a:pt x="1331793" y="28099"/>
                </a:lnTo>
                <a:lnTo>
                  <a:pt x="1345963" y="28177"/>
                </a:lnTo>
                <a:lnTo>
                  <a:pt x="1346070" y="6872"/>
                </a:lnTo>
                <a:lnTo>
                  <a:pt x="1331906" y="6794"/>
                </a:lnTo>
                <a:close/>
                <a:moveTo>
                  <a:pt x="1303566" y="6645"/>
                </a:moveTo>
                <a:lnTo>
                  <a:pt x="1303459" y="27957"/>
                </a:lnTo>
                <a:lnTo>
                  <a:pt x="1317623" y="28035"/>
                </a:lnTo>
                <a:lnTo>
                  <a:pt x="1317736" y="6723"/>
                </a:lnTo>
                <a:lnTo>
                  <a:pt x="1303566" y="6645"/>
                </a:lnTo>
                <a:close/>
                <a:moveTo>
                  <a:pt x="1275232" y="6503"/>
                </a:moveTo>
                <a:lnTo>
                  <a:pt x="1275126" y="27815"/>
                </a:lnTo>
                <a:lnTo>
                  <a:pt x="1289296" y="27879"/>
                </a:lnTo>
                <a:lnTo>
                  <a:pt x="1289395" y="6574"/>
                </a:lnTo>
                <a:lnTo>
                  <a:pt x="1275232" y="6503"/>
                </a:lnTo>
                <a:close/>
                <a:moveTo>
                  <a:pt x="1246898" y="6361"/>
                </a:moveTo>
                <a:lnTo>
                  <a:pt x="1246785" y="27674"/>
                </a:lnTo>
                <a:lnTo>
                  <a:pt x="1260955" y="27737"/>
                </a:lnTo>
                <a:lnTo>
                  <a:pt x="1261062" y="6432"/>
                </a:lnTo>
                <a:lnTo>
                  <a:pt x="1246898" y="6361"/>
                </a:lnTo>
                <a:close/>
                <a:moveTo>
                  <a:pt x="1218558" y="6219"/>
                </a:moveTo>
                <a:lnTo>
                  <a:pt x="1218451" y="27525"/>
                </a:lnTo>
                <a:lnTo>
                  <a:pt x="1232615" y="27596"/>
                </a:lnTo>
                <a:lnTo>
                  <a:pt x="1232728" y="6283"/>
                </a:lnTo>
                <a:lnTo>
                  <a:pt x="1218558" y="6219"/>
                </a:lnTo>
                <a:close/>
                <a:moveTo>
                  <a:pt x="1190224" y="6070"/>
                </a:moveTo>
                <a:lnTo>
                  <a:pt x="1190111" y="27383"/>
                </a:lnTo>
                <a:lnTo>
                  <a:pt x="1204281" y="27454"/>
                </a:lnTo>
                <a:lnTo>
                  <a:pt x="1204394" y="6148"/>
                </a:lnTo>
                <a:lnTo>
                  <a:pt x="1190224" y="6070"/>
                </a:lnTo>
                <a:close/>
                <a:moveTo>
                  <a:pt x="1161890" y="5922"/>
                </a:moveTo>
                <a:lnTo>
                  <a:pt x="1161777" y="27234"/>
                </a:lnTo>
                <a:lnTo>
                  <a:pt x="1175947" y="27312"/>
                </a:lnTo>
                <a:lnTo>
                  <a:pt x="1176054" y="6000"/>
                </a:lnTo>
                <a:lnTo>
                  <a:pt x="1161890" y="5922"/>
                </a:lnTo>
                <a:close/>
                <a:moveTo>
                  <a:pt x="1133557" y="5780"/>
                </a:moveTo>
                <a:lnTo>
                  <a:pt x="1133443" y="27092"/>
                </a:lnTo>
                <a:lnTo>
                  <a:pt x="1147614" y="27163"/>
                </a:lnTo>
                <a:lnTo>
                  <a:pt x="1147720" y="5858"/>
                </a:lnTo>
                <a:lnTo>
                  <a:pt x="1133557" y="5780"/>
                </a:lnTo>
                <a:close/>
                <a:moveTo>
                  <a:pt x="1105216" y="5638"/>
                </a:moveTo>
                <a:lnTo>
                  <a:pt x="1105110" y="26950"/>
                </a:lnTo>
                <a:lnTo>
                  <a:pt x="1119273" y="27021"/>
                </a:lnTo>
                <a:lnTo>
                  <a:pt x="1119387" y="5709"/>
                </a:lnTo>
                <a:lnTo>
                  <a:pt x="1105216" y="5638"/>
                </a:lnTo>
                <a:close/>
                <a:moveTo>
                  <a:pt x="1076883" y="5496"/>
                </a:moveTo>
                <a:lnTo>
                  <a:pt x="1076769" y="26808"/>
                </a:lnTo>
                <a:lnTo>
                  <a:pt x="1090939" y="26872"/>
                </a:lnTo>
                <a:lnTo>
                  <a:pt x="1091046" y="5567"/>
                </a:lnTo>
                <a:lnTo>
                  <a:pt x="1076883" y="5496"/>
                </a:lnTo>
                <a:close/>
                <a:moveTo>
                  <a:pt x="1048542" y="5347"/>
                </a:moveTo>
                <a:lnTo>
                  <a:pt x="1048435" y="26659"/>
                </a:lnTo>
                <a:lnTo>
                  <a:pt x="1062606" y="26730"/>
                </a:lnTo>
                <a:lnTo>
                  <a:pt x="1062712" y="5418"/>
                </a:lnTo>
                <a:lnTo>
                  <a:pt x="1048542" y="5347"/>
                </a:lnTo>
                <a:close/>
                <a:moveTo>
                  <a:pt x="1020208" y="5205"/>
                </a:moveTo>
                <a:lnTo>
                  <a:pt x="1020095" y="26510"/>
                </a:lnTo>
                <a:lnTo>
                  <a:pt x="1034265" y="26581"/>
                </a:lnTo>
                <a:lnTo>
                  <a:pt x="1034379" y="5269"/>
                </a:lnTo>
                <a:lnTo>
                  <a:pt x="1020208" y="5205"/>
                </a:lnTo>
                <a:close/>
                <a:moveTo>
                  <a:pt x="991868" y="5056"/>
                </a:moveTo>
                <a:lnTo>
                  <a:pt x="991761" y="26369"/>
                </a:lnTo>
                <a:lnTo>
                  <a:pt x="1005931" y="26432"/>
                </a:lnTo>
                <a:lnTo>
                  <a:pt x="1006038" y="5127"/>
                </a:lnTo>
                <a:lnTo>
                  <a:pt x="991868" y="5056"/>
                </a:lnTo>
                <a:close/>
                <a:moveTo>
                  <a:pt x="963534" y="4914"/>
                </a:moveTo>
                <a:lnTo>
                  <a:pt x="963428" y="26220"/>
                </a:lnTo>
                <a:lnTo>
                  <a:pt x="977598" y="26298"/>
                </a:lnTo>
                <a:lnTo>
                  <a:pt x="977697" y="4992"/>
                </a:lnTo>
                <a:lnTo>
                  <a:pt x="963534" y="4914"/>
                </a:lnTo>
                <a:close/>
                <a:moveTo>
                  <a:pt x="935200" y="4766"/>
                </a:moveTo>
                <a:lnTo>
                  <a:pt x="935087" y="26078"/>
                </a:lnTo>
                <a:lnTo>
                  <a:pt x="949257" y="26156"/>
                </a:lnTo>
                <a:lnTo>
                  <a:pt x="949364" y="4844"/>
                </a:lnTo>
                <a:lnTo>
                  <a:pt x="935200" y="4766"/>
                </a:lnTo>
                <a:close/>
                <a:moveTo>
                  <a:pt x="906867" y="4624"/>
                </a:moveTo>
                <a:lnTo>
                  <a:pt x="906753" y="25929"/>
                </a:lnTo>
                <a:lnTo>
                  <a:pt x="920924" y="26007"/>
                </a:lnTo>
                <a:lnTo>
                  <a:pt x="921030" y="4695"/>
                </a:lnTo>
                <a:lnTo>
                  <a:pt x="906867" y="4624"/>
                </a:lnTo>
                <a:close/>
                <a:moveTo>
                  <a:pt x="878533" y="4482"/>
                </a:moveTo>
                <a:lnTo>
                  <a:pt x="878420" y="25794"/>
                </a:lnTo>
                <a:lnTo>
                  <a:pt x="892583" y="25865"/>
                </a:lnTo>
                <a:lnTo>
                  <a:pt x="892696" y="4560"/>
                </a:lnTo>
                <a:lnTo>
                  <a:pt x="878533" y="4482"/>
                </a:lnTo>
                <a:close/>
                <a:moveTo>
                  <a:pt x="850192" y="4340"/>
                </a:moveTo>
                <a:lnTo>
                  <a:pt x="850086" y="25645"/>
                </a:lnTo>
                <a:lnTo>
                  <a:pt x="864249" y="25723"/>
                </a:lnTo>
                <a:lnTo>
                  <a:pt x="864363" y="4411"/>
                </a:lnTo>
                <a:lnTo>
                  <a:pt x="850192" y="4340"/>
                </a:lnTo>
                <a:close/>
                <a:moveTo>
                  <a:pt x="821859" y="4191"/>
                </a:moveTo>
                <a:lnTo>
                  <a:pt x="821745" y="25496"/>
                </a:lnTo>
                <a:lnTo>
                  <a:pt x="835916" y="25567"/>
                </a:lnTo>
                <a:lnTo>
                  <a:pt x="836022" y="4262"/>
                </a:lnTo>
                <a:lnTo>
                  <a:pt x="821859" y="4191"/>
                </a:lnTo>
                <a:close/>
                <a:moveTo>
                  <a:pt x="793518" y="4049"/>
                </a:moveTo>
                <a:lnTo>
                  <a:pt x="793412" y="25361"/>
                </a:lnTo>
                <a:lnTo>
                  <a:pt x="807575" y="25432"/>
                </a:lnTo>
                <a:lnTo>
                  <a:pt x="807688" y="4120"/>
                </a:lnTo>
                <a:lnTo>
                  <a:pt x="793518" y="4049"/>
                </a:lnTo>
                <a:close/>
                <a:moveTo>
                  <a:pt x="765184" y="3907"/>
                </a:moveTo>
                <a:lnTo>
                  <a:pt x="765071" y="25213"/>
                </a:lnTo>
                <a:lnTo>
                  <a:pt x="779241" y="25283"/>
                </a:lnTo>
                <a:lnTo>
                  <a:pt x="779355" y="3978"/>
                </a:lnTo>
                <a:lnTo>
                  <a:pt x="765184" y="3907"/>
                </a:lnTo>
                <a:close/>
                <a:moveTo>
                  <a:pt x="736844" y="3758"/>
                </a:moveTo>
                <a:lnTo>
                  <a:pt x="736744" y="25071"/>
                </a:lnTo>
                <a:lnTo>
                  <a:pt x="750908" y="25142"/>
                </a:lnTo>
                <a:lnTo>
                  <a:pt x="751014" y="3829"/>
                </a:lnTo>
                <a:lnTo>
                  <a:pt x="736844" y="3758"/>
                </a:lnTo>
                <a:close/>
                <a:moveTo>
                  <a:pt x="708510" y="3617"/>
                </a:moveTo>
                <a:lnTo>
                  <a:pt x="708404" y="24922"/>
                </a:lnTo>
                <a:lnTo>
                  <a:pt x="722567" y="25000"/>
                </a:lnTo>
                <a:lnTo>
                  <a:pt x="722680" y="3695"/>
                </a:lnTo>
                <a:lnTo>
                  <a:pt x="708510" y="3617"/>
                </a:lnTo>
                <a:close/>
                <a:moveTo>
                  <a:pt x="680176" y="3475"/>
                </a:moveTo>
                <a:lnTo>
                  <a:pt x="680063" y="24780"/>
                </a:lnTo>
                <a:lnTo>
                  <a:pt x="694233" y="24851"/>
                </a:lnTo>
                <a:lnTo>
                  <a:pt x="694347" y="3546"/>
                </a:lnTo>
                <a:lnTo>
                  <a:pt x="680176" y="3475"/>
                </a:lnTo>
                <a:close/>
                <a:moveTo>
                  <a:pt x="651836" y="3333"/>
                </a:moveTo>
                <a:lnTo>
                  <a:pt x="651736" y="24638"/>
                </a:lnTo>
                <a:lnTo>
                  <a:pt x="665907" y="24709"/>
                </a:lnTo>
                <a:lnTo>
                  <a:pt x="666006" y="3397"/>
                </a:lnTo>
                <a:lnTo>
                  <a:pt x="651836" y="3333"/>
                </a:lnTo>
                <a:close/>
                <a:moveTo>
                  <a:pt x="623509" y="3184"/>
                </a:moveTo>
                <a:lnTo>
                  <a:pt x="623396" y="24496"/>
                </a:lnTo>
                <a:lnTo>
                  <a:pt x="637566" y="24567"/>
                </a:lnTo>
                <a:lnTo>
                  <a:pt x="637673" y="3255"/>
                </a:lnTo>
                <a:lnTo>
                  <a:pt x="623509" y="3184"/>
                </a:lnTo>
                <a:close/>
                <a:moveTo>
                  <a:pt x="595169" y="3035"/>
                </a:moveTo>
                <a:lnTo>
                  <a:pt x="595062" y="24347"/>
                </a:lnTo>
                <a:lnTo>
                  <a:pt x="609225" y="24418"/>
                </a:lnTo>
                <a:lnTo>
                  <a:pt x="609339" y="3106"/>
                </a:lnTo>
                <a:lnTo>
                  <a:pt x="595169" y="3035"/>
                </a:lnTo>
                <a:close/>
                <a:moveTo>
                  <a:pt x="566835" y="2893"/>
                </a:moveTo>
                <a:lnTo>
                  <a:pt x="566721" y="24205"/>
                </a:lnTo>
                <a:lnTo>
                  <a:pt x="580892" y="24269"/>
                </a:lnTo>
                <a:lnTo>
                  <a:pt x="580998" y="2964"/>
                </a:lnTo>
                <a:lnTo>
                  <a:pt x="566835" y="2893"/>
                </a:lnTo>
                <a:close/>
                <a:moveTo>
                  <a:pt x="538494" y="2751"/>
                </a:moveTo>
                <a:lnTo>
                  <a:pt x="538388" y="24056"/>
                </a:lnTo>
                <a:lnTo>
                  <a:pt x="552551" y="24127"/>
                </a:lnTo>
                <a:lnTo>
                  <a:pt x="552665" y="2815"/>
                </a:lnTo>
                <a:lnTo>
                  <a:pt x="538494" y="2751"/>
                </a:lnTo>
                <a:close/>
                <a:moveTo>
                  <a:pt x="510161" y="2602"/>
                </a:moveTo>
                <a:lnTo>
                  <a:pt x="510047" y="23915"/>
                </a:lnTo>
                <a:lnTo>
                  <a:pt x="524217" y="23978"/>
                </a:lnTo>
                <a:lnTo>
                  <a:pt x="524331" y="2673"/>
                </a:lnTo>
                <a:lnTo>
                  <a:pt x="510161" y="2602"/>
                </a:lnTo>
                <a:close/>
                <a:moveTo>
                  <a:pt x="481820" y="2453"/>
                </a:moveTo>
                <a:lnTo>
                  <a:pt x="481714" y="23766"/>
                </a:lnTo>
                <a:lnTo>
                  <a:pt x="495877" y="23844"/>
                </a:lnTo>
                <a:lnTo>
                  <a:pt x="495990" y="2531"/>
                </a:lnTo>
                <a:lnTo>
                  <a:pt x="481820" y="2453"/>
                </a:lnTo>
                <a:close/>
                <a:moveTo>
                  <a:pt x="453486" y="2312"/>
                </a:moveTo>
                <a:lnTo>
                  <a:pt x="453373" y="23617"/>
                </a:lnTo>
                <a:lnTo>
                  <a:pt x="467543" y="23695"/>
                </a:lnTo>
                <a:lnTo>
                  <a:pt x="467657" y="2390"/>
                </a:lnTo>
                <a:lnTo>
                  <a:pt x="453486" y="2312"/>
                </a:lnTo>
                <a:close/>
                <a:moveTo>
                  <a:pt x="425146" y="2170"/>
                </a:moveTo>
                <a:lnTo>
                  <a:pt x="425039" y="23482"/>
                </a:lnTo>
                <a:lnTo>
                  <a:pt x="439210" y="23553"/>
                </a:lnTo>
                <a:lnTo>
                  <a:pt x="439316" y="2241"/>
                </a:lnTo>
                <a:lnTo>
                  <a:pt x="425146" y="2170"/>
                </a:lnTo>
                <a:close/>
                <a:moveTo>
                  <a:pt x="396819" y="2028"/>
                </a:moveTo>
                <a:lnTo>
                  <a:pt x="396706" y="23333"/>
                </a:lnTo>
                <a:lnTo>
                  <a:pt x="410869" y="23411"/>
                </a:lnTo>
                <a:lnTo>
                  <a:pt x="410982" y="2106"/>
                </a:lnTo>
                <a:lnTo>
                  <a:pt x="396819" y="2028"/>
                </a:lnTo>
                <a:close/>
                <a:moveTo>
                  <a:pt x="368478" y="1879"/>
                </a:moveTo>
                <a:lnTo>
                  <a:pt x="368372" y="23191"/>
                </a:lnTo>
                <a:lnTo>
                  <a:pt x="382535" y="23269"/>
                </a:lnTo>
                <a:lnTo>
                  <a:pt x="382649" y="1957"/>
                </a:lnTo>
                <a:lnTo>
                  <a:pt x="368478" y="1879"/>
                </a:lnTo>
                <a:close/>
                <a:moveTo>
                  <a:pt x="340145" y="1744"/>
                </a:moveTo>
                <a:lnTo>
                  <a:pt x="340038" y="23049"/>
                </a:lnTo>
                <a:lnTo>
                  <a:pt x="354202" y="23113"/>
                </a:lnTo>
                <a:lnTo>
                  <a:pt x="354308" y="1808"/>
                </a:lnTo>
                <a:lnTo>
                  <a:pt x="340145" y="1744"/>
                </a:lnTo>
                <a:close/>
                <a:moveTo>
                  <a:pt x="311811" y="1595"/>
                </a:moveTo>
                <a:lnTo>
                  <a:pt x="311698" y="22908"/>
                </a:lnTo>
                <a:lnTo>
                  <a:pt x="325868" y="22978"/>
                </a:lnTo>
                <a:lnTo>
                  <a:pt x="325974" y="1666"/>
                </a:lnTo>
                <a:lnTo>
                  <a:pt x="311811" y="1595"/>
                </a:lnTo>
                <a:close/>
                <a:moveTo>
                  <a:pt x="283470" y="1453"/>
                </a:moveTo>
                <a:lnTo>
                  <a:pt x="283364" y="22759"/>
                </a:lnTo>
                <a:lnTo>
                  <a:pt x="297527" y="22830"/>
                </a:lnTo>
                <a:lnTo>
                  <a:pt x="297641" y="1517"/>
                </a:lnTo>
                <a:lnTo>
                  <a:pt x="283470" y="1453"/>
                </a:lnTo>
                <a:close/>
                <a:moveTo>
                  <a:pt x="255137" y="1304"/>
                </a:moveTo>
                <a:lnTo>
                  <a:pt x="255023" y="22617"/>
                </a:lnTo>
                <a:lnTo>
                  <a:pt x="269194" y="22681"/>
                </a:lnTo>
                <a:lnTo>
                  <a:pt x="269307" y="1375"/>
                </a:lnTo>
                <a:lnTo>
                  <a:pt x="255137" y="1304"/>
                </a:lnTo>
                <a:close/>
                <a:moveTo>
                  <a:pt x="226796" y="1163"/>
                </a:moveTo>
                <a:lnTo>
                  <a:pt x="226690" y="22468"/>
                </a:lnTo>
                <a:lnTo>
                  <a:pt x="240860" y="22546"/>
                </a:lnTo>
                <a:lnTo>
                  <a:pt x="240966" y="1241"/>
                </a:lnTo>
                <a:lnTo>
                  <a:pt x="226796" y="1163"/>
                </a:lnTo>
                <a:close/>
                <a:moveTo>
                  <a:pt x="198462" y="1014"/>
                </a:moveTo>
                <a:lnTo>
                  <a:pt x="198356" y="22319"/>
                </a:lnTo>
                <a:lnTo>
                  <a:pt x="212519" y="22397"/>
                </a:lnTo>
                <a:lnTo>
                  <a:pt x="212633" y="1092"/>
                </a:lnTo>
                <a:lnTo>
                  <a:pt x="198462" y="1014"/>
                </a:lnTo>
                <a:close/>
                <a:moveTo>
                  <a:pt x="170129" y="879"/>
                </a:moveTo>
                <a:lnTo>
                  <a:pt x="170015" y="22184"/>
                </a:lnTo>
                <a:lnTo>
                  <a:pt x="184186" y="22255"/>
                </a:lnTo>
                <a:lnTo>
                  <a:pt x="184299" y="943"/>
                </a:lnTo>
                <a:lnTo>
                  <a:pt x="170129" y="879"/>
                </a:lnTo>
                <a:close/>
                <a:moveTo>
                  <a:pt x="141788" y="730"/>
                </a:moveTo>
                <a:lnTo>
                  <a:pt x="141682" y="22042"/>
                </a:lnTo>
                <a:lnTo>
                  <a:pt x="155845" y="22106"/>
                </a:lnTo>
                <a:lnTo>
                  <a:pt x="155958" y="801"/>
                </a:lnTo>
                <a:lnTo>
                  <a:pt x="141788" y="730"/>
                </a:lnTo>
                <a:close/>
                <a:moveTo>
                  <a:pt x="113455" y="588"/>
                </a:moveTo>
                <a:lnTo>
                  <a:pt x="113348" y="21893"/>
                </a:lnTo>
                <a:lnTo>
                  <a:pt x="127518" y="21964"/>
                </a:lnTo>
                <a:lnTo>
                  <a:pt x="127625" y="652"/>
                </a:lnTo>
                <a:lnTo>
                  <a:pt x="113455" y="588"/>
                </a:lnTo>
                <a:close/>
                <a:moveTo>
                  <a:pt x="85121" y="439"/>
                </a:moveTo>
                <a:lnTo>
                  <a:pt x="85007" y="21744"/>
                </a:lnTo>
                <a:lnTo>
                  <a:pt x="99178" y="21815"/>
                </a:lnTo>
                <a:lnTo>
                  <a:pt x="99291" y="510"/>
                </a:lnTo>
                <a:lnTo>
                  <a:pt x="85121" y="439"/>
                </a:lnTo>
                <a:close/>
                <a:moveTo>
                  <a:pt x="56787" y="290"/>
                </a:moveTo>
                <a:lnTo>
                  <a:pt x="56674" y="21603"/>
                </a:lnTo>
                <a:lnTo>
                  <a:pt x="70844" y="21673"/>
                </a:lnTo>
                <a:lnTo>
                  <a:pt x="70951" y="361"/>
                </a:lnTo>
                <a:lnTo>
                  <a:pt x="56787" y="290"/>
                </a:lnTo>
                <a:close/>
                <a:moveTo>
                  <a:pt x="28447" y="148"/>
                </a:moveTo>
                <a:lnTo>
                  <a:pt x="28340" y="21454"/>
                </a:lnTo>
                <a:lnTo>
                  <a:pt x="42511" y="21532"/>
                </a:lnTo>
                <a:lnTo>
                  <a:pt x="42610" y="226"/>
                </a:lnTo>
                <a:lnTo>
                  <a:pt x="28447" y="148"/>
                </a:lnTo>
                <a:close/>
                <a:moveTo>
                  <a:pt x="113" y="0"/>
                </a:moveTo>
                <a:lnTo>
                  <a:pt x="0" y="21312"/>
                </a:lnTo>
                <a:lnTo>
                  <a:pt x="14170" y="21390"/>
                </a:lnTo>
                <a:lnTo>
                  <a:pt x="14283" y="78"/>
                </a:lnTo>
                <a:lnTo>
                  <a:pt x="113" y="0"/>
                </a:lnTo>
                <a:close/>
              </a:path>
            </a:pathLst>
          </a:custGeom>
          <a:solidFill>
            <a:srgbClr val="00151A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36" name="CustomShape 37"/>
          <p:cNvSpPr/>
          <p:nvPr/>
        </p:nvSpPr>
        <p:spPr>
          <a:xfrm>
            <a:off x="3370680" y="2435400"/>
            <a:ext cx="360" cy="234720"/>
          </a:xfrm>
          <a:custGeom>
            <a:avLst/>
            <a:gdLst/>
            <a:ahLst/>
            <a:cxnLst/>
            <a:rect l="l" t="t" r="r" b="b"/>
            <a:pathLst>
              <a:path h="135255">
                <a:moveTo>
                  <a:pt x="0" y="0"/>
                </a:moveTo>
                <a:lnTo>
                  <a:pt x="0" y="135072"/>
                </a:lnTo>
              </a:path>
            </a:pathLst>
          </a:custGeom>
          <a:noFill/>
          <a:ln w="22680">
            <a:solidFill>
              <a:srgbClr val="0015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37" name="CustomShape 38"/>
          <p:cNvSpPr/>
          <p:nvPr/>
        </p:nvSpPr>
        <p:spPr>
          <a:xfrm>
            <a:off x="3290760" y="2482920"/>
            <a:ext cx="360" cy="187200"/>
          </a:xfrm>
          <a:custGeom>
            <a:avLst/>
            <a:gdLst/>
            <a:ahLst/>
            <a:cxnLst/>
            <a:rect l="l" t="t" r="r" b="b"/>
            <a:pathLst>
              <a:path h="107950">
                <a:moveTo>
                  <a:pt x="0" y="0"/>
                </a:moveTo>
                <a:lnTo>
                  <a:pt x="0" y="107759"/>
                </a:lnTo>
              </a:path>
            </a:pathLst>
          </a:custGeom>
          <a:noFill/>
          <a:ln w="22680">
            <a:solidFill>
              <a:srgbClr val="0015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38" name="CustomShape 39"/>
          <p:cNvSpPr/>
          <p:nvPr/>
        </p:nvSpPr>
        <p:spPr>
          <a:xfrm>
            <a:off x="4841280" y="2626560"/>
            <a:ext cx="499320" cy="357120"/>
          </a:xfrm>
          <a:custGeom>
            <a:avLst/>
            <a:gdLst/>
            <a:ahLst/>
            <a:cxnLst/>
            <a:rect l="l" t="t" r="r" b="b"/>
            <a:pathLst>
              <a:path w="291464" h="205739">
                <a:moveTo>
                  <a:pt x="291364" y="0"/>
                </a:moveTo>
                <a:lnTo>
                  <a:pt x="0" y="0"/>
                </a:lnTo>
                <a:lnTo>
                  <a:pt x="0" y="205292"/>
                </a:lnTo>
                <a:lnTo>
                  <a:pt x="291364" y="205292"/>
                </a:lnTo>
                <a:lnTo>
                  <a:pt x="291364" y="0"/>
                </a:lnTo>
                <a:close/>
              </a:path>
            </a:pathLst>
          </a:custGeom>
          <a:solidFill>
            <a:srgbClr val="70CCD7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39" name="CustomShape 40"/>
          <p:cNvSpPr/>
          <p:nvPr/>
        </p:nvSpPr>
        <p:spPr>
          <a:xfrm>
            <a:off x="4690800" y="2358000"/>
            <a:ext cx="799560" cy="268920"/>
          </a:xfrm>
          <a:custGeom>
            <a:avLst/>
            <a:gdLst/>
            <a:ahLst/>
            <a:cxnLst/>
            <a:rect l="l" t="t" r="r" b="b"/>
            <a:pathLst>
              <a:path w="466725" h="154940">
                <a:moveTo>
                  <a:pt x="233321" y="0"/>
                </a:moveTo>
                <a:lnTo>
                  <a:pt x="0" y="154717"/>
                </a:lnTo>
                <a:lnTo>
                  <a:pt x="466642" y="154717"/>
                </a:lnTo>
                <a:lnTo>
                  <a:pt x="233321" y="0"/>
                </a:lnTo>
                <a:close/>
              </a:path>
            </a:pathLst>
          </a:custGeom>
          <a:solidFill>
            <a:srgbClr val="E8A06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40" name="CustomShape 41"/>
          <p:cNvSpPr/>
          <p:nvPr/>
        </p:nvSpPr>
        <p:spPr>
          <a:xfrm>
            <a:off x="5002920" y="2913480"/>
            <a:ext cx="176040" cy="360"/>
          </a:xfrm>
          <a:custGeom>
            <a:avLst/>
            <a:gdLst/>
            <a:ahLst/>
            <a:cxnLst/>
            <a:rect l="l" t="t" r="r" b="b"/>
            <a:pathLst>
              <a:path w="102869">
                <a:moveTo>
                  <a:pt x="0" y="0"/>
                </a:moveTo>
                <a:lnTo>
                  <a:pt x="102646" y="0"/>
                </a:lnTo>
              </a:path>
            </a:pathLst>
          </a:custGeom>
          <a:noFill/>
          <a:ln w="80280">
            <a:solidFill>
              <a:srgbClr val="231F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41" name="CustomShape 42"/>
          <p:cNvSpPr/>
          <p:nvPr/>
        </p:nvSpPr>
        <p:spPr>
          <a:xfrm>
            <a:off x="3913920" y="3717360"/>
            <a:ext cx="1227600" cy="360"/>
          </a:xfrm>
          <a:custGeom>
            <a:avLst/>
            <a:gdLst/>
            <a:ahLst/>
            <a:cxnLst/>
            <a:rect l="l" t="t" r="r" b="b"/>
            <a:pathLst>
              <a:path w="716280">
                <a:moveTo>
                  <a:pt x="0" y="0"/>
                </a:moveTo>
                <a:lnTo>
                  <a:pt x="715872" y="0"/>
                </a:lnTo>
              </a:path>
            </a:pathLst>
          </a:custGeom>
          <a:noFill/>
          <a:ln w="17280">
            <a:solidFill>
              <a:srgbClr val="231F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42" name="CustomShape 43"/>
          <p:cNvSpPr/>
          <p:nvPr/>
        </p:nvSpPr>
        <p:spPr>
          <a:xfrm>
            <a:off x="4876200" y="2041200"/>
            <a:ext cx="459000" cy="137520"/>
          </a:xfrm>
          <a:custGeom>
            <a:avLst/>
            <a:gdLst/>
            <a:ahLst/>
            <a:cxnLst/>
            <a:rect l="l" t="t" r="r" b="b"/>
            <a:pathLst>
              <a:path w="267969" h="79375">
                <a:moveTo>
                  <a:pt x="134079" y="0"/>
                </a:moveTo>
                <a:lnTo>
                  <a:pt x="95897" y="4414"/>
                </a:lnTo>
                <a:lnTo>
                  <a:pt x="60310" y="17071"/>
                </a:lnTo>
                <a:lnTo>
                  <a:pt x="28088" y="37089"/>
                </a:lnTo>
                <a:lnTo>
                  <a:pt x="0" y="63589"/>
                </a:lnTo>
                <a:lnTo>
                  <a:pt x="13368" y="78873"/>
                </a:lnTo>
                <a:lnTo>
                  <a:pt x="38656" y="55016"/>
                </a:lnTo>
                <a:lnTo>
                  <a:pt x="67665" y="36996"/>
                </a:lnTo>
                <a:lnTo>
                  <a:pt x="99703" y="25604"/>
                </a:lnTo>
                <a:lnTo>
                  <a:pt x="134079" y="21631"/>
                </a:lnTo>
                <a:lnTo>
                  <a:pt x="215146" y="21631"/>
                </a:lnTo>
                <a:lnTo>
                  <a:pt x="207526" y="16921"/>
                </a:lnTo>
                <a:lnTo>
                  <a:pt x="172088" y="4375"/>
                </a:lnTo>
                <a:lnTo>
                  <a:pt x="134079" y="0"/>
                </a:lnTo>
                <a:close/>
                <a:moveTo>
                  <a:pt x="215146" y="21631"/>
                </a:moveTo>
                <a:lnTo>
                  <a:pt x="134079" y="21631"/>
                </a:lnTo>
                <a:lnTo>
                  <a:pt x="168302" y="25569"/>
                </a:lnTo>
                <a:lnTo>
                  <a:pt x="200208" y="36861"/>
                </a:lnTo>
                <a:lnTo>
                  <a:pt x="229115" y="54726"/>
                </a:lnTo>
                <a:lnTo>
                  <a:pt x="254342" y="78383"/>
                </a:lnTo>
                <a:lnTo>
                  <a:pt x="267669" y="63050"/>
                </a:lnTo>
                <a:lnTo>
                  <a:pt x="239637" y="36769"/>
                </a:lnTo>
                <a:lnTo>
                  <a:pt x="215146" y="21631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43" name="CustomShape 44"/>
          <p:cNvSpPr/>
          <p:nvPr/>
        </p:nvSpPr>
        <p:spPr>
          <a:xfrm>
            <a:off x="4771080" y="1868400"/>
            <a:ext cx="668880" cy="188280"/>
          </a:xfrm>
          <a:custGeom>
            <a:avLst/>
            <a:gdLst/>
            <a:ahLst/>
            <a:cxnLst/>
            <a:rect l="l" t="t" r="r" b="b"/>
            <a:pathLst>
              <a:path w="390525" h="108584">
                <a:moveTo>
                  <a:pt x="195576" y="0"/>
                </a:moveTo>
                <a:lnTo>
                  <a:pt x="150750" y="4146"/>
                </a:lnTo>
                <a:lnTo>
                  <a:pt x="108206" y="16150"/>
                </a:lnTo>
                <a:lnTo>
                  <a:pt x="68517" y="35353"/>
                </a:lnTo>
                <a:lnTo>
                  <a:pt x="32257" y="61101"/>
                </a:lnTo>
                <a:lnTo>
                  <a:pt x="0" y="92738"/>
                </a:lnTo>
                <a:lnTo>
                  <a:pt x="13368" y="108029"/>
                </a:lnTo>
                <a:lnTo>
                  <a:pt x="51537" y="72018"/>
                </a:lnTo>
                <a:lnTo>
                  <a:pt x="95323" y="44815"/>
                </a:lnTo>
                <a:lnTo>
                  <a:pt x="143684" y="27616"/>
                </a:lnTo>
                <a:lnTo>
                  <a:pt x="195576" y="21617"/>
                </a:lnTo>
                <a:lnTo>
                  <a:pt x="294191" y="21617"/>
                </a:lnTo>
                <a:lnTo>
                  <a:pt x="282546" y="16009"/>
                </a:lnTo>
                <a:lnTo>
                  <a:pt x="240189" y="4110"/>
                </a:lnTo>
                <a:lnTo>
                  <a:pt x="195576" y="0"/>
                </a:lnTo>
                <a:close/>
                <a:moveTo>
                  <a:pt x="294191" y="21617"/>
                </a:moveTo>
                <a:lnTo>
                  <a:pt x="195576" y="21617"/>
                </a:lnTo>
                <a:lnTo>
                  <a:pt x="247225" y="27562"/>
                </a:lnTo>
                <a:lnTo>
                  <a:pt x="295379" y="44610"/>
                </a:lnTo>
                <a:lnTo>
                  <a:pt x="339014" y="71578"/>
                </a:lnTo>
                <a:lnTo>
                  <a:pt x="377103" y="107284"/>
                </a:lnTo>
                <a:lnTo>
                  <a:pt x="390422" y="91944"/>
                </a:lnTo>
                <a:lnTo>
                  <a:pt x="358227" y="60575"/>
                </a:lnTo>
                <a:lnTo>
                  <a:pt x="322080" y="35047"/>
                </a:lnTo>
                <a:lnTo>
                  <a:pt x="294191" y="21617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44" name="CustomShape 45"/>
          <p:cNvSpPr/>
          <p:nvPr/>
        </p:nvSpPr>
        <p:spPr>
          <a:xfrm>
            <a:off x="4966200" y="2188440"/>
            <a:ext cx="279360" cy="94320"/>
          </a:xfrm>
          <a:custGeom>
            <a:avLst/>
            <a:gdLst/>
            <a:ahLst/>
            <a:cxnLst/>
            <a:rect l="l" t="t" r="r" b="b"/>
            <a:pathLst>
              <a:path w="163194" h="54609">
                <a:moveTo>
                  <a:pt x="81582" y="0"/>
                </a:moveTo>
                <a:lnTo>
                  <a:pt x="58344" y="2686"/>
                </a:lnTo>
                <a:lnTo>
                  <a:pt x="36690" y="10388"/>
                </a:lnTo>
                <a:lnTo>
                  <a:pt x="17085" y="22572"/>
                </a:lnTo>
                <a:lnTo>
                  <a:pt x="0" y="38702"/>
                </a:lnTo>
                <a:lnTo>
                  <a:pt x="13368" y="53979"/>
                </a:lnTo>
                <a:lnTo>
                  <a:pt x="27657" y="40497"/>
                </a:lnTo>
                <a:lnTo>
                  <a:pt x="44050" y="30316"/>
                </a:lnTo>
                <a:lnTo>
                  <a:pt x="62155" y="23882"/>
                </a:lnTo>
                <a:lnTo>
                  <a:pt x="81582" y="21638"/>
                </a:lnTo>
                <a:lnTo>
                  <a:pt x="144593" y="21638"/>
                </a:lnTo>
                <a:lnTo>
                  <a:pt x="126268" y="10303"/>
                </a:lnTo>
                <a:lnTo>
                  <a:pt x="104708" y="2664"/>
                </a:lnTo>
                <a:lnTo>
                  <a:pt x="81582" y="0"/>
                </a:lnTo>
                <a:close/>
                <a:moveTo>
                  <a:pt x="144593" y="21638"/>
                </a:moveTo>
                <a:lnTo>
                  <a:pt x="81582" y="21638"/>
                </a:lnTo>
                <a:lnTo>
                  <a:pt x="100917" y="23863"/>
                </a:lnTo>
                <a:lnTo>
                  <a:pt x="118943" y="30243"/>
                </a:lnTo>
                <a:lnTo>
                  <a:pt x="135276" y="40338"/>
                </a:lnTo>
                <a:lnTo>
                  <a:pt x="149533" y="53709"/>
                </a:lnTo>
                <a:lnTo>
                  <a:pt x="162852" y="38383"/>
                </a:lnTo>
                <a:lnTo>
                  <a:pt x="145802" y="22386"/>
                </a:lnTo>
                <a:lnTo>
                  <a:pt x="144593" y="2163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45" name="CustomShape 46"/>
          <p:cNvSpPr/>
          <p:nvPr/>
        </p:nvSpPr>
        <p:spPr>
          <a:xfrm>
            <a:off x="4690800" y="2335680"/>
            <a:ext cx="860760" cy="309600"/>
          </a:xfrm>
          <a:custGeom>
            <a:avLst/>
            <a:gdLst/>
            <a:ahLst/>
            <a:cxnLst/>
            <a:rect l="l" t="t" r="r" b="b"/>
            <a:pathLst>
              <a:path w="502285" h="178434">
                <a:moveTo>
                  <a:pt x="271845" y="25546"/>
                </a:moveTo>
                <a:lnTo>
                  <a:pt x="233321" y="25546"/>
                </a:lnTo>
                <a:lnTo>
                  <a:pt x="431316" y="156845"/>
                </a:lnTo>
                <a:lnTo>
                  <a:pt x="0" y="156845"/>
                </a:lnTo>
                <a:lnTo>
                  <a:pt x="0" y="178150"/>
                </a:lnTo>
                <a:lnTo>
                  <a:pt x="501976" y="178150"/>
                </a:lnTo>
                <a:lnTo>
                  <a:pt x="271845" y="25546"/>
                </a:lnTo>
                <a:close/>
                <a:moveTo>
                  <a:pt x="233321" y="0"/>
                </a:moveTo>
                <a:lnTo>
                  <a:pt x="100589" y="88022"/>
                </a:lnTo>
                <a:lnTo>
                  <a:pt x="112313" y="105788"/>
                </a:lnTo>
                <a:lnTo>
                  <a:pt x="233321" y="25546"/>
                </a:lnTo>
                <a:lnTo>
                  <a:pt x="271845" y="25546"/>
                </a:lnTo>
                <a:lnTo>
                  <a:pt x="233321" y="0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46" name="CustomShape 47"/>
          <p:cNvSpPr/>
          <p:nvPr/>
        </p:nvSpPr>
        <p:spPr>
          <a:xfrm>
            <a:off x="4822920" y="2982960"/>
            <a:ext cx="536400" cy="360"/>
          </a:xfrm>
          <a:custGeom>
            <a:avLst/>
            <a:gdLst/>
            <a:ahLst/>
            <a:cxnLst/>
            <a:rect l="l" t="t" r="r" b="b"/>
            <a:pathLst>
              <a:path w="313055">
                <a:moveTo>
                  <a:pt x="0" y="0"/>
                </a:moveTo>
                <a:lnTo>
                  <a:pt x="312620" y="0"/>
                </a:lnTo>
              </a:path>
            </a:pathLst>
          </a:custGeom>
          <a:noFill/>
          <a:ln w="21600">
            <a:solidFill>
              <a:srgbClr val="231F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47" name="CustomShape 48"/>
          <p:cNvSpPr/>
          <p:nvPr/>
        </p:nvSpPr>
        <p:spPr>
          <a:xfrm>
            <a:off x="4840920" y="2710440"/>
            <a:ext cx="360" cy="253440"/>
          </a:xfrm>
          <a:custGeom>
            <a:avLst/>
            <a:gdLst/>
            <a:ahLst/>
            <a:cxnLst/>
            <a:rect l="l" t="t" r="r" b="b"/>
            <a:pathLst>
              <a:path h="146050">
                <a:moveTo>
                  <a:pt x="0" y="0"/>
                </a:moveTo>
                <a:lnTo>
                  <a:pt x="0" y="146050"/>
                </a:lnTo>
              </a:path>
            </a:pathLst>
          </a:custGeom>
          <a:noFill/>
          <a:ln w="21240">
            <a:solidFill>
              <a:srgbClr val="231F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48" name="CustomShape 49"/>
          <p:cNvSpPr/>
          <p:nvPr/>
        </p:nvSpPr>
        <p:spPr>
          <a:xfrm>
            <a:off x="5340600" y="2626560"/>
            <a:ext cx="360" cy="338400"/>
          </a:xfrm>
          <a:custGeom>
            <a:avLst/>
            <a:gdLst/>
            <a:ahLst/>
            <a:cxnLst/>
            <a:rect l="l" t="t" r="r" b="b"/>
            <a:pathLst>
              <a:path h="194944">
                <a:moveTo>
                  <a:pt x="0" y="0"/>
                </a:moveTo>
                <a:lnTo>
                  <a:pt x="0" y="194640"/>
                </a:lnTo>
              </a:path>
            </a:pathLst>
          </a:custGeom>
          <a:noFill/>
          <a:ln w="21240">
            <a:solidFill>
              <a:srgbClr val="231F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49" name="CustomShape 50"/>
          <p:cNvSpPr/>
          <p:nvPr/>
        </p:nvSpPr>
        <p:spPr>
          <a:xfrm>
            <a:off x="5161320" y="2709720"/>
            <a:ext cx="173880" cy="360"/>
          </a:xfrm>
          <a:custGeom>
            <a:avLst/>
            <a:gdLst/>
            <a:ahLst/>
            <a:cxnLst/>
            <a:rect l="l" t="t" r="r" b="b"/>
            <a:pathLst>
              <a:path w="101600">
                <a:moveTo>
                  <a:pt x="0" y="0"/>
                </a:moveTo>
                <a:lnTo>
                  <a:pt x="101454" y="0"/>
                </a:lnTo>
              </a:path>
            </a:pathLst>
          </a:custGeom>
          <a:noFill/>
          <a:ln w="21240">
            <a:solidFill>
              <a:srgbClr val="231F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50" name="CustomShape 51"/>
          <p:cNvSpPr/>
          <p:nvPr/>
        </p:nvSpPr>
        <p:spPr>
          <a:xfrm>
            <a:off x="0" y="2633760"/>
            <a:ext cx="3481560" cy="839160"/>
          </a:xfrm>
          <a:custGeom>
            <a:avLst/>
            <a:gdLst/>
            <a:ahLst/>
            <a:cxnLst/>
            <a:rect l="l" t="t" r="r" b="b"/>
            <a:pathLst>
              <a:path w="2031364" h="483235">
                <a:moveTo>
                  <a:pt x="0" y="0"/>
                </a:moveTo>
                <a:lnTo>
                  <a:pt x="0" y="473735"/>
                </a:lnTo>
                <a:lnTo>
                  <a:pt x="2030850" y="483196"/>
                </a:lnTo>
                <a:lnTo>
                  <a:pt x="2030850" y="460252"/>
                </a:lnTo>
                <a:lnTo>
                  <a:pt x="2008076" y="460252"/>
                </a:lnTo>
                <a:lnTo>
                  <a:pt x="7695" y="450933"/>
                </a:lnTo>
                <a:lnTo>
                  <a:pt x="7695" y="22865"/>
                </a:lnTo>
                <a:lnTo>
                  <a:pt x="2030850" y="22865"/>
                </a:lnTo>
                <a:lnTo>
                  <a:pt x="2030850" y="9461"/>
                </a:lnTo>
                <a:lnTo>
                  <a:pt x="0" y="0"/>
                </a:lnTo>
                <a:close/>
                <a:moveTo>
                  <a:pt x="2030850" y="22865"/>
                </a:moveTo>
                <a:lnTo>
                  <a:pt x="7695" y="22865"/>
                </a:lnTo>
                <a:lnTo>
                  <a:pt x="2008076" y="32184"/>
                </a:lnTo>
                <a:lnTo>
                  <a:pt x="2008076" y="460252"/>
                </a:lnTo>
                <a:lnTo>
                  <a:pt x="2030850" y="460252"/>
                </a:lnTo>
                <a:lnTo>
                  <a:pt x="2030850" y="22865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51" name="CustomShape 52"/>
          <p:cNvSpPr/>
          <p:nvPr/>
        </p:nvSpPr>
        <p:spPr>
          <a:xfrm>
            <a:off x="0" y="2840400"/>
            <a:ext cx="3440160" cy="591840"/>
          </a:xfrm>
          <a:custGeom>
            <a:avLst/>
            <a:gdLst/>
            <a:ahLst/>
            <a:cxnLst/>
            <a:rect l="l" t="t" r="r" b="b"/>
            <a:pathLst>
              <a:path w="2007235" h="340994">
                <a:moveTo>
                  <a:pt x="2006821" y="0"/>
                </a:moveTo>
                <a:lnTo>
                  <a:pt x="0" y="0"/>
                </a:lnTo>
                <a:lnTo>
                  <a:pt x="0" y="340599"/>
                </a:lnTo>
                <a:lnTo>
                  <a:pt x="2002232" y="340599"/>
                </a:lnTo>
                <a:lnTo>
                  <a:pt x="2006821" y="0"/>
                </a:lnTo>
                <a:close/>
              </a:path>
            </a:pathLst>
          </a:custGeom>
          <a:solidFill>
            <a:srgbClr val="F3ED6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52" name="CustomShape 53"/>
          <p:cNvSpPr/>
          <p:nvPr/>
        </p:nvSpPr>
        <p:spPr>
          <a:xfrm>
            <a:off x="1064880" y="768240"/>
            <a:ext cx="22028040" cy="203760"/>
          </a:xfrm>
          <a:custGeom>
            <a:avLst/>
            <a:gdLst/>
            <a:ahLst/>
            <a:cxnLst/>
            <a:rect l="l" t="t" r="r" b="b"/>
            <a:pathLst>
              <a:path w="12851130" h="117475">
                <a:moveTo>
                  <a:pt x="0" y="117157"/>
                </a:moveTo>
                <a:lnTo>
                  <a:pt x="12850624" y="117157"/>
                </a:lnTo>
                <a:lnTo>
                  <a:pt x="12850624" y="0"/>
                </a:lnTo>
                <a:lnTo>
                  <a:pt x="0" y="0"/>
                </a:lnTo>
                <a:lnTo>
                  <a:pt x="0" y="117157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53" name="CustomShape 54"/>
          <p:cNvSpPr/>
          <p:nvPr/>
        </p:nvSpPr>
        <p:spPr>
          <a:xfrm>
            <a:off x="1064880" y="4082040"/>
            <a:ext cx="22028040" cy="203760"/>
          </a:xfrm>
          <a:custGeom>
            <a:avLst/>
            <a:gdLst/>
            <a:ahLst/>
            <a:cxnLst/>
            <a:rect l="l" t="t" r="r" b="b"/>
            <a:pathLst>
              <a:path w="12851130" h="117475">
                <a:moveTo>
                  <a:pt x="0" y="117157"/>
                </a:moveTo>
                <a:lnTo>
                  <a:pt x="12850624" y="117157"/>
                </a:lnTo>
                <a:lnTo>
                  <a:pt x="12850624" y="0"/>
                </a:lnTo>
                <a:lnTo>
                  <a:pt x="0" y="0"/>
                </a:lnTo>
                <a:lnTo>
                  <a:pt x="0" y="117157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54" name="CustomShape 55"/>
          <p:cNvSpPr/>
          <p:nvPr/>
        </p:nvSpPr>
        <p:spPr>
          <a:xfrm>
            <a:off x="1064880" y="1130760"/>
            <a:ext cx="22028040" cy="360"/>
          </a:xfrm>
          <a:custGeom>
            <a:avLst/>
            <a:gdLst/>
            <a:ahLst/>
            <a:cxnLst/>
            <a:rect l="l" t="t" r="r" b="b"/>
            <a:pathLst>
              <a:path w="12851130">
                <a:moveTo>
                  <a:pt x="0" y="0"/>
                </a:moveTo>
                <a:lnTo>
                  <a:pt x="12850624" y="0"/>
                </a:lnTo>
              </a:path>
            </a:pathLst>
          </a:custGeom>
          <a:noFill/>
          <a:ln w="33480" cap="rnd">
            <a:solidFill>
              <a:srgbClr val="231F20"/>
            </a:solidFill>
            <a:custDash>
              <a:ds d="800000" sp="300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55" name="CustomShape 56"/>
          <p:cNvSpPr/>
          <p:nvPr/>
        </p:nvSpPr>
        <p:spPr>
          <a:xfrm>
            <a:off x="1064880" y="4444560"/>
            <a:ext cx="22028040" cy="360"/>
          </a:xfrm>
          <a:custGeom>
            <a:avLst/>
            <a:gdLst/>
            <a:ahLst/>
            <a:cxnLst/>
            <a:rect l="l" t="t" r="r" b="b"/>
            <a:pathLst>
              <a:path w="12851130">
                <a:moveTo>
                  <a:pt x="0" y="0"/>
                </a:moveTo>
                <a:lnTo>
                  <a:pt x="12850624" y="0"/>
                </a:lnTo>
              </a:path>
            </a:pathLst>
          </a:custGeom>
          <a:noFill/>
          <a:ln w="33480" cap="rnd">
            <a:solidFill>
              <a:srgbClr val="231F20"/>
            </a:solidFill>
            <a:custDash>
              <a:ds d="800000" sp="300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56" name="CustomShape 57"/>
          <p:cNvSpPr/>
          <p:nvPr/>
        </p:nvSpPr>
        <p:spPr>
          <a:xfrm>
            <a:off x="1064880" y="10563480"/>
            <a:ext cx="22028040" cy="23379480"/>
          </a:xfrm>
          <a:custGeom>
            <a:avLst/>
            <a:gdLst/>
            <a:ahLst/>
            <a:cxnLst/>
            <a:rect l="l" t="t" r="r" b="b"/>
            <a:pathLst>
              <a:path w="12851130" h="13460094">
                <a:moveTo>
                  <a:pt x="0" y="13459708"/>
                </a:moveTo>
                <a:lnTo>
                  <a:pt x="12850624" y="13459708"/>
                </a:lnTo>
                <a:lnTo>
                  <a:pt x="12850624" y="0"/>
                </a:lnTo>
                <a:lnTo>
                  <a:pt x="0" y="0"/>
                </a:lnTo>
                <a:lnTo>
                  <a:pt x="0" y="1345970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57" name="CustomShape 58"/>
          <p:cNvSpPr/>
          <p:nvPr/>
        </p:nvSpPr>
        <p:spPr>
          <a:xfrm>
            <a:off x="1598760" y="7901280"/>
            <a:ext cx="20960280" cy="7511040"/>
          </a:xfrm>
          <a:custGeom>
            <a:avLst/>
            <a:gdLst/>
            <a:ahLst/>
            <a:cxnLst/>
            <a:rect l="l" t="t" r="r" b="b"/>
            <a:pathLst>
              <a:path w="12228194" h="3667125">
                <a:moveTo>
                  <a:pt x="0" y="3666880"/>
                </a:moveTo>
                <a:lnTo>
                  <a:pt x="12227923" y="3666880"/>
                </a:lnTo>
                <a:lnTo>
                  <a:pt x="12227923" y="0"/>
                </a:lnTo>
                <a:lnTo>
                  <a:pt x="0" y="0"/>
                </a:lnTo>
                <a:lnTo>
                  <a:pt x="0" y="3666880"/>
                </a:lnTo>
                <a:close/>
              </a:path>
            </a:pathLst>
          </a:custGeom>
          <a:solidFill>
            <a:srgbClr val="FBF9F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58" name="CustomShape 59"/>
          <p:cNvSpPr/>
          <p:nvPr/>
        </p:nvSpPr>
        <p:spPr>
          <a:xfrm>
            <a:off x="1598760" y="15818760"/>
            <a:ext cx="20960280" cy="13892760"/>
          </a:xfrm>
          <a:custGeom>
            <a:avLst/>
            <a:gdLst/>
            <a:ahLst/>
            <a:cxnLst/>
            <a:rect l="l" t="t" r="r" b="b"/>
            <a:pathLst>
              <a:path w="12228194" h="7998459">
                <a:moveTo>
                  <a:pt x="0" y="7998448"/>
                </a:moveTo>
                <a:lnTo>
                  <a:pt x="12227923" y="7998448"/>
                </a:lnTo>
                <a:lnTo>
                  <a:pt x="12227923" y="0"/>
                </a:lnTo>
                <a:lnTo>
                  <a:pt x="0" y="0"/>
                </a:lnTo>
                <a:lnTo>
                  <a:pt x="0" y="7998448"/>
                </a:lnTo>
                <a:close/>
              </a:path>
            </a:pathLst>
          </a:custGeom>
          <a:solidFill>
            <a:srgbClr val="FBF9F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59" name="CustomShape 60"/>
          <p:cNvSpPr/>
          <p:nvPr/>
        </p:nvSpPr>
        <p:spPr>
          <a:xfrm>
            <a:off x="1598760" y="29958480"/>
            <a:ext cx="20960280" cy="2730600"/>
          </a:xfrm>
          <a:custGeom>
            <a:avLst/>
            <a:gdLst/>
            <a:ahLst/>
            <a:cxnLst/>
            <a:rect l="l" t="t" r="r" b="b"/>
            <a:pathLst>
              <a:path w="12228194" h="1572259">
                <a:moveTo>
                  <a:pt x="0" y="1571632"/>
                </a:moveTo>
                <a:lnTo>
                  <a:pt x="12227923" y="1571632"/>
                </a:lnTo>
                <a:lnTo>
                  <a:pt x="12227923" y="0"/>
                </a:lnTo>
                <a:lnTo>
                  <a:pt x="0" y="0"/>
                </a:lnTo>
                <a:lnTo>
                  <a:pt x="0" y="1571632"/>
                </a:lnTo>
                <a:close/>
              </a:path>
            </a:pathLst>
          </a:custGeom>
          <a:solidFill>
            <a:srgbClr val="FBF9F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60" name="PlaceHolder 61"/>
          <p:cNvSpPr>
            <a:spLocks noGrp="1"/>
          </p:cNvSpPr>
          <p:nvPr>
            <p:ph type="ftr"/>
          </p:nvPr>
        </p:nvSpPr>
        <p:spPr>
          <a:xfrm>
            <a:off x="8204760" y="32475960"/>
            <a:ext cx="7721640" cy="480600"/>
          </a:xfrm>
          <a:prstGeom prst="rect">
            <a:avLst/>
          </a:prstGeom>
        </p:spPr>
        <p:txBody>
          <a:bodyPr lIns="0" tIns="0" rIns="0" bIns="0"/>
          <a:lstStyle/>
          <a:p>
            <a:endParaRPr lang="en" sz="2400" b="0" strike="noStrike" spc="-1">
              <a:latin typeface="Times New Roman"/>
            </a:endParaRPr>
          </a:p>
        </p:txBody>
      </p:sp>
      <p:sp>
        <p:nvSpPr>
          <p:cNvPr id="61" name="PlaceHolder 62"/>
          <p:cNvSpPr>
            <a:spLocks noGrp="1"/>
          </p:cNvSpPr>
          <p:nvPr>
            <p:ph type="dt"/>
          </p:nvPr>
        </p:nvSpPr>
        <p:spPr>
          <a:xfrm>
            <a:off x="1206720" y="32475960"/>
            <a:ext cx="5549760" cy="480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fld id="{B6219E94-DEAD-420B-A1AE-08F1DE210746}" type="datetime">
              <a:rPr lang="en" sz="3110" b="0" strike="noStrike" spc="-1">
                <a:solidFill>
                  <a:srgbClr val="B2B2B2"/>
                </a:solidFill>
                <a:latin typeface="Calibri"/>
              </a:rPr>
              <a:t>6/28/2026</a:t>
            </a:fld>
            <a:endParaRPr lang="en" sz="3110" b="0" strike="noStrike" spc="-1">
              <a:latin typeface="Times New Roman"/>
            </a:endParaRPr>
          </a:p>
        </p:txBody>
      </p:sp>
      <p:sp>
        <p:nvSpPr>
          <p:cNvPr id="62" name="PlaceHolder 63"/>
          <p:cNvSpPr>
            <a:spLocks noGrp="1"/>
          </p:cNvSpPr>
          <p:nvPr>
            <p:ph type="sldNum"/>
          </p:nvPr>
        </p:nvSpPr>
        <p:spPr>
          <a:xfrm>
            <a:off x="17374680" y="32475960"/>
            <a:ext cx="5549760" cy="4806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lnSpc>
                <a:spcPct val="100000"/>
              </a:lnSpc>
            </a:pPr>
            <a:fld id="{3A74D029-085B-4BF3-91BF-4E1BCD39ABE2}" type="slidenum">
              <a:rPr lang="en" sz="3110" b="0" strike="noStrike" spc="-1">
                <a:solidFill>
                  <a:srgbClr val="B2B2B2"/>
                </a:solidFill>
                <a:latin typeface="Calibri"/>
              </a:rPr>
              <a:t>‹#›</a:t>
            </a:fld>
            <a:endParaRPr lang="en" sz="3110" b="0" strike="noStrike" spc="-1">
              <a:latin typeface="Times New Roman"/>
            </a:endParaRPr>
          </a:p>
        </p:txBody>
      </p:sp>
      <p:sp>
        <p:nvSpPr>
          <p:cNvPr id="63" name="CustomShape 64"/>
          <p:cNvSpPr/>
          <p:nvPr/>
        </p:nvSpPr>
        <p:spPr>
          <a:xfrm>
            <a:off x="1577880" y="32908320"/>
            <a:ext cx="12158280" cy="850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7360" rIns="0" bIns="0"/>
          <a:lstStyle/>
          <a:p>
            <a:pPr marL="21600">
              <a:lnSpc>
                <a:spcPct val="100000"/>
              </a:lnSpc>
              <a:spcBef>
                <a:spcPts val="213"/>
              </a:spcBef>
            </a:pPr>
            <a:r>
              <a:rPr lang="en" sz="5400" b="1" strike="noStrike" spc="15">
                <a:solidFill>
                  <a:srgbClr val="231F20"/>
                </a:solidFill>
                <a:latin typeface="Arial"/>
              </a:rPr>
              <a:t>Final Project - Software</a:t>
            </a:r>
            <a:r>
              <a:rPr lang="en" sz="5400" b="1" strike="noStrike" spc="265">
                <a:solidFill>
                  <a:srgbClr val="231F20"/>
                </a:solidFill>
                <a:latin typeface="Arial"/>
              </a:rPr>
              <a:t> </a:t>
            </a:r>
            <a:r>
              <a:rPr lang="en" sz="5400" b="1" strike="noStrike" spc="24">
                <a:solidFill>
                  <a:srgbClr val="231F20"/>
                </a:solidFill>
                <a:latin typeface="Arial"/>
              </a:rPr>
              <a:t>Engineering</a:t>
            </a:r>
            <a:endParaRPr lang="en" sz="5400" b="0" strike="noStrike" spc="-1">
              <a:latin typeface="Arial"/>
            </a:endParaRPr>
          </a:p>
        </p:txBody>
      </p:sp>
      <p:sp>
        <p:nvSpPr>
          <p:cNvPr id="64" name="CustomShape 65"/>
          <p:cNvSpPr/>
          <p:nvPr/>
        </p:nvSpPr>
        <p:spPr>
          <a:xfrm>
            <a:off x="18705960" y="33810840"/>
            <a:ext cx="2226960" cy="793440"/>
          </a:xfrm>
          <a:prstGeom prst="rect">
            <a:avLst/>
          </a:prstGeom>
          <a:blipFill rotWithShape="0">
            <a:blip r:embed="rId16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65" name="CustomShape 66"/>
          <p:cNvSpPr/>
          <p:nvPr/>
        </p:nvSpPr>
        <p:spPr>
          <a:xfrm>
            <a:off x="21206520" y="33810840"/>
            <a:ext cx="1351080" cy="793800"/>
          </a:xfrm>
          <a:prstGeom prst="rect">
            <a:avLst/>
          </a:prstGeom>
          <a:blipFill rotWithShape="0">
            <a:blip r:embed="rId17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L"/>
          </a:p>
        </p:txBody>
      </p:sp>
      <p:sp>
        <p:nvSpPr>
          <p:cNvPr id="66" name="PlaceHolder 67"/>
          <p:cNvSpPr>
            <a:spLocks noGrp="1"/>
          </p:cNvSpPr>
          <p:nvPr>
            <p:ph type="title"/>
          </p:nvPr>
        </p:nvSpPr>
        <p:spPr>
          <a:xfrm>
            <a:off x="1206000" y="1393200"/>
            <a:ext cx="21707640" cy="583128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he-IL" sz="311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67" name="PlaceHolder 68"/>
          <p:cNvSpPr>
            <a:spLocks noGrp="1"/>
          </p:cNvSpPr>
          <p:nvPr>
            <p:ph type="body"/>
          </p:nvPr>
        </p:nvSpPr>
        <p:spPr>
          <a:xfrm>
            <a:off x="1206000" y="8171280"/>
            <a:ext cx="21707640" cy="20253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e-IL" sz="1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e-IL" sz="18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e-IL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e-IL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e-IL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e-IL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e-IL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CustomShape 1"/>
          <p:cNvSpPr/>
          <p:nvPr/>
        </p:nvSpPr>
        <p:spPr>
          <a:xfrm>
            <a:off x="10612440" y="6624000"/>
            <a:ext cx="11945160" cy="1009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" sz="6030" b="1" strike="noStrike" spc="-1">
                <a:solidFill>
                  <a:srgbClr val="000000"/>
                </a:solidFill>
                <a:latin typeface="Calibri"/>
              </a:rPr>
              <a:t>From abandoned buildings to action</a:t>
            </a:r>
            <a:endParaRPr lang="en" sz="6030" b="0" strike="noStrike" spc="-1">
              <a:latin typeface="Arial"/>
            </a:endParaRPr>
          </a:p>
        </p:txBody>
      </p:sp>
      <p:sp>
        <p:nvSpPr>
          <p:cNvPr id="105" name="CustomShape 2"/>
          <p:cNvSpPr/>
          <p:nvPr/>
        </p:nvSpPr>
        <p:spPr>
          <a:xfrm>
            <a:off x="1650600" y="16949520"/>
            <a:ext cx="20907000" cy="1478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/>
            <a:endParaRPr lang="en-US" sz="100"/>
          </a:p>
        </p:txBody>
      </p:sp>
      <p:sp>
        <p:nvSpPr>
          <p:cNvPr id="106" name="CustomShape 3"/>
          <p:cNvSpPr/>
          <p:nvPr/>
        </p:nvSpPr>
        <p:spPr>
          <a:xfrm>
            <a:off x="8707320" y="4974840"/>
            <a:ext cx="13850280" cy="1309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" sz="8000" b="1" strike="noStrike" spc="-1">
                <a:solidFill>
                  <a:srgbClr val="000000"/>
                </a:solidFill>
                <a:latin typeface="Calibri"/>
              </a:rPr>
              <a:t>GhostHouses</a:t>
            </a:r>
            <a:endParaRPr lang="en" sz="8000" b="0" strike="noStrike" spc="-1">
              <a:latin typeface="Arial"/>
            </a:endParaRPr>
          </a:p>
        </p:txBody>
      </p:sp>
      <p:sp>
        <p:nvSpPr>
          <p:cNvPr id="107" name="CustomShape 4"/>
          <p:cNvSpPr/>
          <p:nvPr/>
        </p:nvSpPr>
        <p:spPr>
          <a:xfrm>
            <a:off x="1650600" y="7969680"/>
            <a:ext cx="20907000" cy="742708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rIns="90000" tIns="45000" bIns="45000"/>
          <a:lstStyle/>
          <a:p>
            <a:pPr algn="l">
              <a:lnSpc>
                <a:spcPct val="100000"/>
              </a:lnSpc>
            </a:pPr>
            <a:r>
              <a:rPr b="0" lang="en" sz="5400" spc="-1" strike="noStrike">
                <a:solidFill>
                  <a:srgbClr val="000000"/>
                </a:solidFill>
                <a:latin typeface="Calibri"/>
              </a:rPr>
              <a:t>Haifa Municipality needs one reliable way to track abandoned and vacant buildings from field data to municipal decisions.</a:t>
            </a:r>
            <a:endParaRPr b="0" lang="en" sz="5400" spc="-1" strike="noStrike">
              <a:latin typeface="Arial"/>
            </a:endParaRPr>
          </a:p>
          <a:p>
            <a:pPr algn="l">
              <a:lnSpc>
                <a:spcPct val="100000"/>
              </a:lnSpc>
            </a:pPr>
            <a:r>
              <a:rPr b="0" lang="en" sz="5400" spc="-1" strike="noStrike">
                <a:solidFill>
                  <a:srgbClr val="000000"/>
                </a:solidFill>
                <a:latin typeface="Calibri"/>
              </a:rPr>
              <a:t>GhostHouses is a municipal web system that turns scattered records into a searchable, controlled building registry.</a:t>
            </a:r>
            <a:endParaRPr b="0" lang="en" sz="5400" spc="-1" strike="noStrike">
              <a:latin typeface="Arial"/>
            </a:endParaRPr>
          </a:p>
          <a:p>
            <a:pPr algn="l">
              <a:lnSpc>
                <a:spcPct val="100000"/>
              </a:lnSpc>
            </a:pPr>
            <a:r>
              <a:rPr b="0" lang="en" sz="5400" spc="-1" strike="noStrike">
                <a:solidFill>
                  <a:srgbClr val="000000"/>
                </a:solidFill>
                <a:latin typeface="Calibri"/>
              </a:rPr>
              <a:t>Main features: building management with filters, GIS map context, and import/export with presentation-ready building cards.</a:t>
            </a:r>
            <a:endParaRPr b="0" lang="en" sz="5400" spc="-1" strike="noStrike">
              <a:latin typeface="Arial"/>
            </a:endParaRPr>
          </a:p>
          <a:p>
            <a:pPr algn="l">
              <a:lnSpc>
                <a:spcPct val="100000"/>
              </a:lnSpc>
            </a:pPr>
            <a:r>
              <a:rPr b="0" lang="en" sz="5400" spc="-1" strike="noStrike">
                <a:solidFill>
                  <a:srgbClr val="000000"/>
                </a:solidFill>
                <a:latin typeface="Calibri"/>
              </a:rPr>
              <a:t>The system also includes role-based permissions, audit logs, and Docker deployment prepared for municipality handover.</a:t>
            </a:r>
            <a:endParaRPr b="0" lang="en" sz="5400" spc="-1" strike="noStrike">
              <a:latin typeface="Arial"/>
            </a:endParaRPr>
          </a:p>
          <a:p>
            <a:pPr algn="l">
              <a:lnSpc>
                <a:spcPct val="100000"/>
              </a:lnSpc>
            </a:pPr>
            <a:r>
              <a:rPr b="0" lang="en" sz="5400" spc="-1" strike="noStrike">
                <a:solidFill>
                  <a:srgbClr val="000000"/>
                </a:solidFill>
                <a:latin typeface="Calibri"/>
              </a:rPr>
              <a:t>GhostHouses gives the department one maintainable source of truth.</a:t>
            </a:r>
            <a:endParaRPr b="0" lang="en" sz="5400" spc="-1" strike="noStrike">
              <a:latin typeface="Arial"/>
            </a:endParaRPr>
          </a:p>
        </p:txBody>
      </p:sp>
      <p:sp>
        <p:nvSpPr>
          <p:cNvPr id="108" name="CustomShape 5"/>
          <p:cNvSpPr/>
          <p:nvPr/>
        </p:nvSpPr>
        <p:spPr>
          <a:xfrm>
            <a:off x="1650600" y="29945398"/>
            <a:ext cx="20907000" cy="26986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" sz="4400" b="1" strike="noStrike" spc="-1" dirty="0">
                <a:solidFill>
                  <a:srgbClr val="000000"/>
                </a:solidFill>
                <a:latin typeface="Calibri"/>
              </a:rPr>
              <a:t>Team: Kareem Araide, Benjamin Stryzakov, Bayan Kheir, Carol Elasmar, Yara Zeineh, Omer Samara</a:t>
            </a:r>
            <a:endParaRPr lang="en" sz="44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" sz="4400" b="1" strike="noStrike" spc="-1" dirty="0">
                <a:solidFill>
                  <a:srgbClr val="000000"/>
                </a:solidFill>
                <a:latin typeface="Calibri"/>
              </a:rPr>
              <a:t>Supervisor: Daria Bebin</a:t>
            </a:r>
            <a:endParaRPr lang="en" sz="44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" sz="4000" b="1" strike="noStrike" spc="-1" dirty="0">
                <a:solidFill>
                  <a:srgbClr val="000000"/>
                </a:solidFill>
                <a:latin typeface="Calibri"/>
              </a:rPr>
              <a:t>In collaboration with Haifa Municipality, contact: Vitaly Dubov-Dotan</a:t>
            </a:r>
            <a:endParaRPr lang="en" sz="4000" b="0" strike="noStrike" spc="-1" dirty="0">
              <a:latin typeface="Arial"/>
            </a:endParaRPr>
          </a:p>
        </p:txBody>
      </p:sp>
      <p:sp>
        <p:nvSpPr>
          <p:cNvPr id="110" name="CustomShape 7"/>
          <p:cNvSpPr/>
          <p:nvPr/>
        </p:nvSpPr>
        <p:spPr>
          <a:xfrm>
            <a:off x="1490040" y="4562280"/>
            <a:ext cx="5992200" cy="2767320"/>
          </a:xfrm>
          <a:prstGeom prst="rect">
            <a:avLst/>
          </a:prstGeom>
          <a:solidFill>
            <a:srgbClr val="FBF9F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931680" rIns="0" bIns="0"/>
          <a:lstStyle/>
          <a:p>
            <a:pPr algn="ctr"/>
            <a:endParaRPr lang="en-US" sz="100"/>
          </a:p>
        </p:txBody>
      </p:sp>
      <p:pic>
        <p:nvPicPr>
          <p:cNvPr id="111" name="Picture 2"/>
          <p:cNvPicPr/>
          <p:nvPr/>
        </p:nvPicPr>
        <p:blipFill>
          <a:blip ns2:embed="rId3"/>
          <a:stretch/>
        </p:blipFill>
        <p:spPr>
          <a:xfrm>
            <a:off x="6100920" y="1388160"/>
            <a:ext cx="16849440" cy="2076120"/>
          </a:xfrm>
          <a:prstGeom prst="rect">
            <a:avLst/>
          </a:prstGeom>
          <a:ln>
            <a:noFill/>
          </a:ln>
        </p:spPr>
      </p:pic>
      <p:pic>
        <p:nvPicPr>
          <p:cNvPr id="112" name="Haifa Municipality logo"/>
          <p:cNvPicPr/>
          <p:nvPr/>
        </p:nvPicPr>
        <p:blipFill>
          <a:blip ns2:embed="rId4"/>
          <a:stretch>
            <a:fillRect/>
          </a:stretch>
        </p:blipFill>
        <p:spPr>
          <a:xfrm>
            <a:off x="1490472" y="4562856"/>
            <a:ext cx="5989320" cy="2770632"/>
          </a:xfrm>
          <a:prstGeom prst="rect">
            <a:avLst/>
          </a:prstGeom>
        </p:spPr>
      </p:pic>
      <p:sp>
        <p:nvSpPr>
          <p:cNvPr id="113" name="Caption 1"/>
          <p:cNvSpPr txBox="1"/>
          <p:nvPr/>
        </p:nvSpPr>
        <p:spPr>
          <a:xfrm>
            <a:off x="1819656" y="15700248"/>
            <a:ext cx="6736080" cy="585216"/>
          </a:xfrm>
          <a:noFill/>
        </p:spPr>
        <p:txBody>
          <a:bodyPr/>
          <a:lstStyle/>
          <a:p>
            <a:pPr algn="ctr"/>
            <a:r>
              <a:rPr lang="en-US" sz="3600" b="1" dirty="0">
                <a:solidFill>
                  <a:srgbClr val="1F2A3A"/>
                </a:solidFill>
                <a:latin typeface="Aptos"/>
              </a:rPr>
              <a:t>Traceability UML 2.5.1</a:t>
            </a:r>
            <a:endParaRPr lang="en-US" sz="2600" dirty="0"/>
          </a:p>
        </p:txBody>
      </p:sp>
      <p:pic>
        <p:nvPicPr>
          <p:cNvPr id="114" name="Poster visual 1"/>
          <p:cNvPicPr/>
          <p:nvPr/>
        </p:nvPicPr>
        <p:blipFill>
          <a:blip ns2:embed="rId5"/>
          <a:stretch>
            <a:fillRect/>
          </a:stretch>
        </p:blipFill>
        <p:spPr>
          <a:xfrm>
            <a:off x="1819656" y="16340328"/>
            <a:ext cx="6736080" cy="6249924"/>
          </a:xfrm>
          <a:prstGeom prst="rect">
            <a:avLst/>
          </a:prstGeom>
        </p:spPr>
      </p:pic>
      <p:sp>
        <p:nvSpPr>
          <p:cNvPr id="115" name="Caption 2"/>
          <p:cNvSpPr txBox="1"/>
          <p:nvPr/>
        </p:nvSpPr>
        <p:spPr>
          <a:xfrm>
            <a:off x="8738616" y="15700248"/>
            <a:ext cx="6736080" cy="585216"/>
          </a:xfrm>
          <a:noFill/>
        </p:spPr>
        <p:txBody>
          <a:bodyPr/>
          <a:lstStyle/>
          <a:p>
            <a:pPr algn="ctr"/>
            <a:r>
              <a:rPr lang="en-US" sz="3600" b="1" dirty="0">
                <a:solidFill>
                  <a:srgbClr val="1F2A3A"/>
                </a:solidFill>
                <a:latin typeface="Aptos"/>
              </a:rPr>
              <a:t>Class Diagram UML 2.5.1</a:t>
            </a:r>
            <a:endParaRPr lang="en-US" sz="2600" dirty="0"/>
          </a:p>
        </p:txBody>
      </p:sp>
      <p:pic>
        <p:nvPicPr>
          <p:cNvPr id="116" name="Poster visual 2"/>
          <p:cNvPicPr/>
          <p:nvPr/>
        </p:nvPicPr>
        <p:blipFill>
          <a:blip ns2:embed="rId6"/>
          <a:stretch>
            <a:fillRect/>
          </a:stretch>
        </p:blipFill>
        <p:spPr>
          <a:xfrm>
            <a:off x="8738616" y="16340328"/>
            <a:ext cx="6736080" cy="6249924"/>
          </a:xfrm>
          <a:prstGeom prst="rect">
            <a:avLst/>
          </a:prstGeom>
        </p:spPr>
      </p:pic>
      <p:sp>
        <p:nvSpPr>
          <p:cNvPr id="117" name="Caption 3"/>
          <p:cNvSpPr txBox="1"/>
          <p:nvPr/>
        </p:nvSpPr>
        <p:spPr>
          <a:xfrm>
            <a:off x="15657576" y="15700248"/>
            <a:ext cx="6736080" cy="585216"/>
          </a:xfrm>
          <a:noFill/>
        </p:spPr>
        <p:txBody>
          <a:bodyPr/>
          <a:lstStyle/>
          <a:p>
            <a:pPr algn="ctr"/>
            <a:r>
              <a:rPr lang="en-US" sz="3600" b="1" dirty="0">
                <a:solidFill>
                  <a:srgbClr val="1F2A3A"/>
                </a:solidFill>
                <a:latin typeface="Aptos"/>
              </a:rPr>
              <a:t>Deployment UML 2.5.1</a:t>
            </a:r>
            <a:endParaRPr lang="en-US" sz="2600" dirty="0"/>
          </a:p>
        </p:txBody>
      </p:sp>
      <p:pic>
        <p:nvPicPr>
          <p:cNvPr id="118" name="Poster visual 3"/>
          <p:cNvPicPr/>
          <p:nvPr/>
        </p:nvPicPr>
        <p:blipFill>
          <a:blip ns2:embed="rId7"/>
          <a:stretch>
            <a:fillRect/>
          </a:stretch>
        </p:blipFill>
        <p:spPr>
          <a:xfrm>
            <a:off x="15657576" y="16340328"/>
            <a:ext cx="6736080" cy="6249924"/>
          </a:xfrm>
          <a:prstGeom prst="rect">
            <a:avLst/>
          </a:prstGeom>
        </p:spPr>
      </p:pic>
      <p:sp>
        <p:nvSpPr>
          <p:cNvPr id="119" name="Caption 4"/>
          <p:cNvSpPr txBox="1"/>
          <p:nvPr/>
        </p:nvSpPr>
        <p:spPr>
          <a:xfrm>
            <a:off x="1819656" y="22791420"/>
            <a:ext cx="6736080" cy="585216"/>
          </a:xfrm>
          <a:noFill/>
        </p:spPr>
        <p:txBody>
          <a:bodyPr/>
          <a:lstStyle/>
          <a:p>
            <a:pPr algn="ctr"/>
            <a:r>
              <a:rPr lang="en-US" sz="3600" b="1">
                <a:solidFill>
                  <a:srgbClr val="1F2A3A"/>
                </a:solidFill>
                <a:latin typeface="Aptos"/>
              </a:rPr>
              <a:t>Building Registry</a:t>
            </a:r>
            <a:endParaRPr lang="en-US" sz="2600"/>
          </a:p>
        </p:txBody>
      </p:sp>
      <p:pic>
        <p:nvPicPr>
          <p:cNvPr id="120" name="Poster visual 4"/>
          <p:cNvPicPr/>
          <p:nvPr/>
        </p:nvPicPr>
        <p:blipFill>
          <a:blip ns2:embed="rId8"/>
          <a:stretch>
            <a:fillRect/>
          </a:stretch>
        </p:blipFill>
        <p:spPr>
          <a:xfrm>
            <a:off x="1819656" y="23431500"/>
            <a:ext cx="6736080" cy="6249924"/>
          </a:xfrm>
          <a:prstGeom prst="rect">
            <a:avLst/>
          </a:prstGeom>
        </p:spPr>
      </p:pic>
      <p:sp>
        <p:nvSpPr>
          <p:cNvPr id="121" name="Caption 5"/>
          <p:cNvSpPr txBox="1"/>
          <p:nvPr/>
        </p:nvSpPr>
        <p:spPr>
          <a:xfrm>
            <a:off x="8738616" y="22791420"/>
            <a:ext cx="6736080" cy="585216"/>
          </a:xfrm>
          <a:noFill/>
        </p:spPr>
        <p:txBody>
          <a:bodyPr/>
          <a:lstStyle/>
          <a:p>
            <a:pPr algn="ctr"/>
            <a:r>
              <a:rPr lang="en-US" sz="3600" b="1">
                <a:solidFill>
                  <a:srgbClr val="1F2A3A"/>
                </a:solidFill>
                <a:latin typeface="Aptos"/>
              </a:rPr>
              <a:t>GIS Map</a:t>
            </a:r>
            <a:endParaRPr lang="en-US" sz="2600"/>
          </a:p>
        </p:txBody>
      </p:sp>
      <p:pic>
        <p:nvPicPr>
          <p:cNvPr id="122" name="Poster visual 5"/>
          <p:cNvPicPr/>
          <p:nvPr/>
        </p:nvPicPr>
        <p:blipFill>
          <a:blip ns2:embed="rId9"/>
          <a:stretch>
            <a:fillRect/>
          </a:stretch>
        </p:blipFill>
        <p:spPr>
          <a:xfrm>
            <a:off x="8738616" y="23431500"/>
            <a:ext cx="6736080" cy="6249924"/>
          </a:xfrm>
          <a:prstGeom prst="rect">
            <a:avLst/>
          </a:prstGeom>
        </p:spPr>
      </p:pic>
      <p:sp>
        <p:nvSpPr>
          <p:cNvPr id="123" name="Caption 6"/>
          <p:cNvSpPr txBox="1"/>
          <p:nvPr/>
        </p:nvSpPr>
        <p:spPr>
          <a:xfrm>
            <a:off x="15657576" y="22791420"/>
            <a:ext cx="6736080" cy="585216"/>
          </a:xfrm>
          <a:noFill/>
        </p:spPr>
        <p:txBody>
          <a:bodyPr/>
          <a:lstStyle/>
          <a:p>
            <a:pPr algn="ctr"/>
            <a:r>
              <a:rPr lang="en-US" sz="3600" b="1" dirty="0">
                <a:solidFill>
                  <a:srgbClr val="1F2A3A"/>
                </a:solidFill>
                <a:latin typeface="Aptos"/>
              </a:rPr>
              <a:t>Building Details</a:t>
            </a:r>
            <a:endParaRPr lang="en-US" sz="2600" dirty="0"/>
          </a:p>
        </p:txBody>
      </p:sp>
      <p:pic>
        <p:nvPicPr>
          <p:cNvPr id="124" name="Poster visual 6"/>
          <p:cNvPicPr/>
          <p:nvPr/>
        </p:nvPicPr>
        <p:blipFill>
          <a:blip ns2:embed="rId10"/>
          <a:stretch>
            <a:fillRect/>
          </a:stretch>
        </p:blipFill>
        <p:spPr>
          <a:xfrm>
            <a:off x="15657576" y="23431500"/>
            <a:ext cx="6736080" cy="62499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</TotalTime>
  <Words>153</Words>
  <Application>Microsoft Office PowerPoint</Application>
  <PresentationFormat>Custom</PresentationFormat>
  <Paragraphs>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Arial</vt:lpstr>
      <vt:lpstr>Calibri</vt:lpstr>
      <vt:lpstr>Segoe UI</vt:lpstr>
      <vt:lpstr>Symbol</vt:lpstr>
      <vt:lpstr>Times New Roman</vt:lpstr>
      <vt:lpstr>Wingdings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Itai  Dabran</dc:creator>
  <dc:description/>
  <cp:lastModifiedBy>Kareem Araide</cp:lastModifiedBy>
  <cp:revision>25</cp:revision>
  <dcterms:created xsi:type="dcterms:W3CDTF">2018-01-05T12:02:54Z</dcterms:created>
  <dcterms:modified xsi:type="dcterms:W3CDTF">2026-06-28T10:50:17Z</dcterms:modified>
  <dc:language>en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reated">
    <vt:filetime>2018-01-04T00:00:00Z</vt:filetime>
  </property>
  <property fmtid="{D5CDD505-2E9C-101B-9397-08002B2CF9AE}" pid="4" name="Creator">
    <vt:lpwstr>Adobe InDesign CC 13.0 (Macintosh)</vt:lpwstr>
  </property>
  <property fmtid="{D5CDD505-2E9C-101B-9397-08002B2CF9AE}" pid="5" name="HiddenSlides">
    <vt:i4>0</vt:i4>
  </property>
  <property fmtid="{D5CDD505-2E9C-101B-9397-08002B2CF9AE}" pid="6" name="HyperlinksChanged">
    <vt:bool>false</vt:bool>
  </property>
  <property fmtid="{D5CDD505-2E9C-101B-9397-08002B2CF9AE}" pid="7" name="LastSaved">
    <vt:filetime>2018-01-05T00:00:00Z</vt:filetime>
  </property>
  <property fmtid="{D5CDD505-2E9C-101B-9397-08002B2CF9AE}" pid="8" name="LinksUpToDate">
    <vt:bool>false</vt:bool>
  </property>
  <property fmtid="{D5CDD505-2E9C-101B-9397-08002B2CF9AE}" pid="9" name="MMClips">
    <vt:i4>0</vt:i4>
  </property>
  <property fmtid="{D5CDD505-2E9C-101B-9397-08002B2CF9AE}" pid="10" name="Notes">
    <vt:i4>0</vt:i4>
  </property>
  <property fmtid="{D5CDD505-2E9C-101B-9397-08002B2CF9AE}" pid="11" name="PresentationFormat">
    <vt:lpwstr>Custom</vt:lpwstr>
  </property>
  <property fmtid="{D5CDD505-2E9C-101B-9397-08002B2CF9AE}" pid="12" name="ScaleCrop">
    <vt:bool>false</vt:bool>
  </property>
  <property fmtid="{D5CDD505-2E9C-101B-9397-08002B2CF9AE}" pid="13" name="ShareDoc">
    <vt:bool>false</vt:bool>
  </property>
  <property fmtid="{D5CDD505-2E9C-101B-9397-08002B2CF9AE}" pid="14" name="Slides">
    <vt:i4>1</vt:i4>
  </property>
</Properties>
</file>