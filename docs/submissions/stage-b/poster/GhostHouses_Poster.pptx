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5.png" ContentType="image/png"/>
  <Override PartName="/ppt/media/image4.png" ContentType="image/png"/>
  <Override PartName="/ppt/media/image3.png" ContentType="image/png"/>
  <Override PartName="/ppt/media/image1.png" ContentType="image/png"/>
  <Override PartName="/ppt/media/image2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24120475" cy="34920237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subTitle"/>
          </p:nvPr>
        </p:nvSpPr>
        <p:spPr>
          <a:xfrm>
            <a:off x="1206000" y="1393200"/>
            <a:ext cx="21707640" cy="270316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body"/>
          </p:nvPr>
        </p:nvSpPr>
        <p:spPr>
          <a:xfrm>
            <a:off x="12328920" y="187498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2170764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2170764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12328920" y="81712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12328920" y="18749880"/>
            <a:ext cx="1059300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1206000" y="81712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8545680" y="81712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body"/>
          </p:nvPr>
        </p:nvSpPr>
        <p:spPr>
          <a:xfrm>
            <a:off x="15885360" y="81712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body"/>
          </p:nvPr>
        </p:nvSpPr>
        <p:spPr>
          <a:xfrm>
            <a:off x="1206000" y="187498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6"/>
          <p:cNvSpPr>
            <a:spLocks noGrp="1"/>
          </p:cNvSpPr>
          <p:nvPr>
            <p:ph type="body"/>
          </p:nvPr>
        </p:nvSpPr>
        <p:spPr>
          <a:xfrm>
            <a:off x="8545680" y="187498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7"/>
          <p:cNvSpPr>
            <a:spLocks noGrp="1"/>
          </p:cNvSpPr>
          <p:nvPr>
            <p:ph type="body"/>
          </p:nvPr>
        </p:nvSpPr>
        <p:spPr>
          <a:xfrm>
            <a:off x="15885360" y="18749880"/>
            <a:ext cx="6989760" cy="9660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<Relationship Id="rId7" Type="http://schemas.openxmlformats.org/officeDocument/2006/relationships/slideLayout" Target="../slideLayouts/slideLayout2.xml"/><Relationship Id="rId8" Type="http://schemas.openxmlformats.org/officeDocument/2006/relationships/slideLayout" Target="../slideLayouts/slideLayout3.xml"/><Relationship Id="rId9" Type="http://schemas.openxmlformats.org/officeDocument/2006/relationships/slideLayout" Target="../slideLayouts/slideLayout4.xml"/><Relationship Id="rId10" Type="http://schemas.openxmlformats.org/officeDocument/2006/relationships/slideLayout" Target="../slideLayouts/slideLayout5.xml"/><Relationship Id="rId11" Type="http://schemas.openxmlformats.org/officeDocument/2006/relationships/slideLayout" Target="../slideLayouts/slideLayout6.xml"/><Relationship Id="rId12" Type="http://schemas.openxmlformats.org/officeDocument/2006/relationships/slideLayout" Target="../slideLayouts/slideLayout7.xml"/><Relationship Id="rId13" Type="http://schemas.openxmlformats.org/officeDocument/2006/relationships/slideLayout" Target="../slideLayouts/slideLayout8.xml"/><Relationship Id="rId14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11.xml"/><Relationship Id="rId17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7467120" y="10505160"/>
            <a:ext cx="16655400" cy="24408360"/>
          </a:xfrm>
          <a:custGeom>
            <a:avLst/>
            <a:gdLst/>
            <a:ah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20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" name="CustomShape 2"/>
          <p:cNvSpPr/>
          <p:nvPr/>
        </p:nvSpPr>
        <p:spPr>
          <a:xfrm>
            <a:off x="360" y="10546560"/>
            <a:ext cx="17007120" cy="24374160"/>
          </a:xfrm>
          <a:custGeom>
            <a:avLst/>
            <a:gdLst/>
            <a:ah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20000"/>
            </a:srgbClr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CustomShape 3"/>
          <p:cNvSpPr/>
          <p:nvPr/>
        </p:nvSpPr>
        <p:spPr>
          <a:xfrm>
            <a:off x="360" y="14583240"/>
            <a:ext cx="14187960" cy="20330640"/>
          </a:xfrm>
          <a:custGeom>
            <a:avLst/>
            <a:gdLst/>
            <a:ah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CustomShape 4"/>
          <p:cNvSpPr/>
          <p:nvPr/>
        </p:nvSpPr>
        <p:spPr>
          <a:xfrm>
            <a:off x="4295160" y="2213280"/>
            <a:ext cx="1559520" cy="1100520"/>
          </a:xfrm>
          <a:custGeom>
            <a:avLst/>
            <a:gdLst/>
            <a:ah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" name="CustomShape 5"/>
          <p:cNvSpPr/>
          <p:nvPr/>
        </p:nvSpPr>
        <p:spPr>
          <a:xfrm>
            <a:off x="3032280" y="1486440"/>
            <a:ext cx="1477800" cy="1523880"/>
          </a:xfrm>
          <a:custGeom>
            <a:avLst/>
            <a:gdLst/>
            <a:ah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" name="CustomShape 6"/>
          <p:cNvSpPr/>
          <p:nvPr/>
        </p:nvSpPr>
        <p:spPr>
          <a:xfrm>
            <a:off x="3032280" y="1464120"/>
            <a:ext cx="1513800" cy="1560240"/>
          </a:xfrm>
          <a:custGeom>
            <a:avLst/>
            <a:gdLst/>
            <a:ah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" name="CustomShape 7"/>
          <p:cNvSpPr/>
          <p:nvPr/>
        </p:nvSpPr>
        <p:spPr>
          <a:xfrm>
            <a:off x="3651480" y="3294000"/>
            <a:ext cx="959760" cy="241200"/>
          </a:xfrm>
          <a:custGeom>
            <a:avLst/>
            <a:gdLst/>
            <a:ah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" name="CustomShape 8"/>
          <p:cNvSpPr/>
          <p:nvPr/>
        </p:nvSpPr>
        <p:spPr>
          <a:xfrm>
            <a:off x="3032280" y="3275640"/>
            <a:ext cx="1587600" cy="178200"/>
          </a:xfrm>
          <a:custGeom>
            <a:avLst/>
            <a:gdLst/>
            <a:ah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" name="CustomShape 9"/>
          <p:cNvSpPr/>
          <p:nvPr/>
        </p:nvSpPr>
        <p:spPr>
          <a:xfrm>
            <a:off x="4552560" y="1486440"/>
            <a:ext cx="1077120" cy="1992600"/>
          </a:xfrm>
          <a:custGeom>
            <a:avLst/>
            <a:gdLst/>
            <a:ah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" name="CustomShape 10"/>
          <p:cNvSpPr/>
          <p:nvPr/>
        </p:nvSpPr>
        <p:spPr>
          <a:xfrm>
            <a:off x="4533120" y="3458880"/>
            <a:ext cx="1116360" cy="39240"/>
          </a:xfrm>
          <a:custGeom>
            <a:avLst/>
            <a:gdLst/>
            <a:ah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" name="CustomShape 11"/>
          <p:cNvSpPr/>
          <p:nvPr/>
        </p:nvSpPr>
        <p:spPr>
          <a:xfrm>
            <a:off x="4552560" y="1506600"/>
            <a:ext cx="360" cy="1951920"/>
          </a:xfrm>
          <a:custGeom>
            <a:avLst/>
            <a:gdLst/>
            <a:ahLst/>
            <a:rect l="l" t="t" r="r" b="b"/>
            <a:pathLst>
              <a:path w="0"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" name="CustomShape 12"/>
          <p:cNvSpPr/>
          <p:nvPr/>
        </p:nvSpPr>
        <p:spPr>
          <a:xfrm>
            <a:off x="4533120" y="1467000"/>
            <a:ext cx="1116360" cy="39240"/>
          </a:xfrm>
          <a:custGeom>
            <a:avLst/>
            <a:gdLst/>
            <a:ah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" name="CustomShape 13"/>
          <p:cNvSpPr/>
          <p:nvPr/>
        </p:nvSpPr>
        <p:spPr>
          <a:xfrm>
            <a:off x="5629680" y="1506240"/>
            <a:ext cx="360" cy="1953000"/>
          </a:xfrm>
          <a:custGeom>
            <a:avLst/>
            <a:gdLst/>
            <a:ahLst/>
            <a:rect l="l" t="t" r="r" b="b"/>
            <a:pathLst>
              <a:path w="0"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" name="CustomShape 14"/>
          <p:cNvSpPr/>
          <p:nvPr/>
        </p:nvSpPr>
        <p:spPr>
          <a:xfrm>
            <a:off x="4552560" y="1700640"/>
            <a:ext cx="1077120" cy="360"/>
          </a:xfrm>
          <a:custGeom>
            <a:avLst/>
            <a:gdLst/>
            <a:ahLst/>
            <a:rect l="l" t="t" r="r" b="b"/>
            <a:pathLst>
              <a:path w="628650" h="0">
                <a:moveTo>
                  <a:pt x="0" y="0"/>
                </a:moveTo>
                <a:lnTo>
                  <a:pt x="628488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" name="CustomShape 15"/>
          <p:cNvSpPr/>
          <p:nvPr/>
        </p:nvSpPr>
        <p:spPr>
          <a:xfrm>
            <a:off x="4552560" y="3254400"/>
            <a:ext cx="1077120" cy="360"/>
          </a:xfrm>
          <a:custGeom>
            <a:avLst/>
            <a:gdLst/>
            <a:ahLst/>
            <a:rect l="l" t="t" r="r" b="b"/>
            <a:pathLst>
              <a:path w="628650" h="0">
                <a:moveTo>
                  <a:pt x="0" y="0"/>
                </a:moveTo>
                <a:lnTo>
                  <a:pt x="628488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" name="CustomShape 16"/>
          <p:cNvSpPr/>
          <p:nvPr/>
        </p:nvSpPr>
        <p:spPr>
          <a:xfrm>
            <a:off x="5003280" y="1581840"/>
            <a:ext cx="176040" cy="360"/>
          </a:xfrm>
          <a:custGeom>
            <a:avLst/>
            <a:gdLst/>
            <a:ahLst/>
            <a:rect l="l" t="t" r="r" b="b"/>
            <a:pathLst>
              <a:path w="102869" h="0">
                <a:moveTo>
                  <a:pt x="0" y="0"/>
                </a:moveTo>
                <a:lnTo>
                  <a:pt x="102639" y="0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" name="CustomShape 17"/>
          <p:cNvSpPr/>
          <p:nvPr/>
        </p:nvSpPr>
        <p:spPr>
          <a:xfrm>
            <a:off x="4977000" y="3318480"/>
            <a:ext cx="229320" cy="78120"/>
          </a:xfrm>
          <a:custGeom>
            <a:avLst/>
            <a:gdLst/>
            <a:ah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" name="CustomShape 18"/>
          <p:cNvSpPr/>
          <p:nvPr/>
        </p:nvSpPr>
        <p:spPr>
          <a:xfrm>
            <a:off x="4961880" y="3303360"/>
            <a:ext cx="258840" cy="107640"/>
          </a:xfrm>
          <a:custGeom>
            <a:avLst/>
            <a:gdLst/>
            <a:ah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" name="CustomShape 19"/>
          <p:cNvSpPr/>
          <p:nvPr/>
        </p:nvSpPr>
        <p:spPr>
          <a:xfrm>
            <a:off x="0" y="2331360"/>
            <a:ext cx="3462120" cy="799200"/>
          </a:xfrm>
          <a:custGeom>
            <a:avLst/>
            <a:gdLst/>
            <a:ah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" name="CustomShape 20"/>
          <p:cNvSpPr/>
          <p:nvPr/>
        </p:nvSpPr>
        <p:spPr>
          <a:xfrm>
            <a:off x="0" y="2311560"/>
            <a:ext cx="3481560" cy="839160"/>
          </a:xfrm>
          <a:custGeom>
            <a:avLst/>
            <a:gdLst/>
            <a:ah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" name="CustomShape 21"/>
          <p:cNvSpPr/>
          <p:nvPr/>
        </p:nvSpPr>
        <p:spPr>
          <a:xfrm>
            <a:off x="0" y="2653560"/>
            <a:ext cx="3462120" cy="799200"/>
          </a:xfrm>
          <a:custGeom>
            <a:avLst/>
            <a:gdLst/>
            <a:ah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" name="CustomShape 22"/>
          <p:cNvSpPr/>
          <p:nvPr/>
        </p:nvSpPr>
        <p:spPr>
          <a:xfrm>
            <a:off x="119880" y="2704320"/>
            <a:ext cx="3188880" cy="677880"/>
          </a:xfrm>
          <a:custGeom>
            <a:avLst/>
            <a:gdLst/>
            <a:ah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" name="CustomShape 23"/>
          <p:cNvSpPr/>
          <p:nvPr/>
        </p:nvSpPr>
        <p:spPr>
          <a:xfrm>
            <a:off x="2522880" y="3046680"/>
            <a:ext cx="165600" cy="168120"/>
          </a:xfrm>
          <a:prstGeom prst="rect">
            <a:avLst/>
          </a:prstGeom>
          <a:blipFill rotWithShape="0">
            <a:blip r:embed="rId2"/>
            <a:stretch>
              <a:fillRect/>
            </a:stretch>
          </a:blip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" name="CustomShape 24"/>
          <p:cNvSpPr/>
          <p:nvPr/>
        </p:nvSpPr>
        <p:spPr>
          <a:xfrm>
            <a:off x="3188520" y="3089520"/>
            <a:ext cx="360" cy="363600"/>
          </a:xfrm>
          <a:custGeom>
            <a:avLst/>
            <a:gdLst/>
            <a:ahLst/>
            <a:rect l="l" t="t" r="r" b="b"/>
            <a:pathLst>
              <a:path w="0"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" name="CustomShape 25"/>
          <p:cNvSpPr/>
          <p:nvPr/>
        </p:nvSpPr>
        <p:spPr>
          <a:xfrm>
            <a:off x="3032280" y="3189240"/>
            <a:ext cx="360" cy="264240"/>
          </a:xfrm>
          <a:custGeom>
            <a:avLst/>
            <a:gdLst/>
            <a:ahLst/>
            <a:rect l="l" t="t" r="r" b="b"/>
            <a:pathLst>
              <a:path w="0"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" name="CustomShape 26"/>
          <p:cNvSpPr/>
          <p:nvPr/>
        </p:nvSpPr>
        <p:spPr>
          <a:xfrm>
            <a:off x="2941200" y="3189240"/>
            <a:ext cx="360" cy="264240"/>
          </a:xfrm>
          <a:custGeom>
            <a:avLst/>
            <a:gdLst/>
            <a:ahLst/>
            <a:rect l="l" t="t" r="r" b="b"/>
            <a:pathLst>
              <a:path w="0"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" name="CustomShape 27"/>
          <p:cNvSpPr/>
          <p:nvPr/>
        </p:nvSpPr>
        <p:spPr>
          <a:xfrm>
            <a:off x="3370680" y="2435400"/>
            <a:ext cx="360" cy="234720"/>
          </a:xfrm>
          <a:custGeom>
            <a:avLst/>
            <a:gdLst/>
            <a:ahLst/>
            <a:rect l="l" t="t" r="r" b="b"/>
            <a:pathLst>
              <a:path w="0"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" name="CustomShape 28"/>
          <p:cNvSpPr/>
          <p:nvPr/>
        </p:nvSpPr>
        <p:spPr>
          <a:xfrm>
            <a:off x="3290760" y="2482560"/>
            <a:ext cx="360" cy="187200"/>
          </a:xfrm>
          <a:custGeom>
            <a:avLst/>
            <a:gdLst/>
            <a:ahLst/>
            <a:rect l="l" t="t" r="r" b="b"/>
            <a:pathLst>
              <a:path w="0"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noFill/>
          <a:ln w="226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" name="CustomShape 29"/>
          <p:cNvSpPr/>
          <p:nvPr/>
        </p:nvSpPr>
        <p:spPr>
          <a:xfrm>
            <a:off x="3481200" y="2347560"/>
            <a:ext cx="34560" cy="481680"/>
          </a:xfrm>
          <a:custGeom>
            <a:avLst/>
            <a:gdLst/>
            <a:ah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" name="CustomShape 30"/>
          <p:cNvSpPr/>
          <p:nvPr/>
        </p:nvSpPr>
        <p:spPr>
          <a:xfrm>
            <a:off x="3481200" y="2535120"/>
            <a:ext cx="34560" cy="167400"/>
          </a:xfrm>
          <a:custGeom>
            <a:avLst/>
            <a:gdLst/>
            <a:ah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" name="CustomShape 31"/>
          <p:cNvSpPr/>
          <p:nvPr/>
        </p:nvSpPr>
        <p:spPr>
          <a:xfrm>
            <a:off x="3481200" y="2498400"/>
            <a:ext cx="34560" cy="37080"/>
          </a:xfrm>
          <a:custGeom>
            <a:avLst/>
            <a:gdLst/>
            <a:ah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" name="CustomShape 32"/>
          <p:cNvSpPr/>
          <p:nvPr/>
        </p:nvSpPr>
        <p:spPr>
          <a:xfrm>
            <a:off x="13320" y="2351160"/>
            <a:ext cx="3429360" cy="298440"/>
          </a:xfrm>
          <a:custGeom>
            <a:avLst/>
            <a:gdLst/>
            <a:ah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" name="CustomShape 33"/>
          <p:cNvSpPr/>
          <p:nvPr/>
        </p:nvSpPr>
        <p:spPr>
          <a:xfrm>
            <a:off x="0" y="2331360"/>
            <a:ext cx="3481560" cy="319680"/>
          </a:xfrm>
          <a:custGeom>
            <a:avLst/>
            <a:gdLst/>
            <a:ah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" name="CustomShape 34"/>
          <p:cNvSpPr/>
          <p:nvPr/>
        </p:nvSpPr>
        <p:spPr>
          <a:xfrm>
            <a:off x="13320" y="2673720"/>
            <a:ext cx="3428640" cy="154440"/>
          </a:xfrm>
          <a:prstGeom prst="rect">
            <a:avLst/>
          </a:prstGeom>
          <a:blipFill rotWithShape="0">
            <a:blip r:embed="rId3"/>
            <a:stretch>
              <a:fillRect/>
            </a:stretch>
          </a:blip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" name="CustomShape 35"/>
          <p:cNvSpPr/>
          <p:nvPr/>
        </p:nvSpPr>
        <p:spPr>
          <a:xfrm>
            <a:off x="0" y="2633760"/>
            <a:ext cx="3481560" cy="194760"/>
          </a:xfrm>
          <a:custGeom>
            <a:avLst/>
            <a:gdLst/>
            <a:ah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" name="CustomShape 36"/>
          <p:cNvSpPr/>
          <p:nvPr/>
        </p:nvSpPr>
        <p:spPr>
          <a:xfrm>
            <a:off x="119880" y="2704320"/>
            <a:ext cx="3188880" cy="123120"/>
          </a:xfrm>
          <a:custGeom>
            <a:avLst/>
            <a:gdLst/>
            <a:ah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" name="CustomShape 37"/>
          <p:cNvSpPr/>
          <p:nvPr/>
        </p:nvSpPr>
        <p:spPr>
          <a:xfrm>
            <a:off x="3370680" y="2435400"/>
            <a:ext cx="360" cy="234720"/>
          </a:xfrm>
          <a:custGeom>
            <a:avLst/>
            <a:gdLst/>
            <a:ahLst/>
            <a:rect l="l" t="t" r="r" b="b"/>
            <a:pathLst>
              <a:path w="0"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noFill/>
          <a:ln w="22680">
            <a:solidFill>
              <a:srgbClr val="00151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" name="CustomShape 38"/>
          <p:cNvSpPr/>
          <p:nvPr/>
        </p:nvSpPr>
        <p:spPr>
          <a:xfrm>
            <a:off x="3290760" y="2482920"/>
            <a:ext cx="360" cy="187200"/>
          </a:xfrm>
          <a:custGeom>
            <a:avLst/>
            <a:gdLst/>
            <a:ahLst/>
            <a:rect l="l" t="t" r="r" b="b"/>
            <a:pathLst>
              <a:path w="0"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noFill/>
          <a:ln w="22680">
            <a:solidFill>
              <a:srgbClr val="00151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" name="CustomShape 39"/>
          <p:cNvSpPr/>
          <p:nvPr/>
        </p:nvSpPr>
        <p:spPr>
          <a:xfrm>
            <a:off x="4841280" y="2626560"/>
            <a:ext cx="499320" cy="357120"/>
          </a:xfrm>
          <a:custGeom>
            <a:avLst/>
            <a:gdLst/>
            <a:ah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CustomShape 40"/>
          <p:cNvSpPr/>
          <p:nvPr/>
        </p:nvSpPr>
        <p:spPr>
          <a:xfrm>
            <a:off x="4690800" y="2358000"/>
            <a:ext cx="799560" cy="268920"/>
          </a:xfrm>
          <a:custGeom>
            <a:avLst/>
            <a:gdLst/>
            <a:ah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CustomShape 41"/>
          <p:cNvSpPr/>
          <p:nvPr/>
        </p:nvSpPr>
        <p:spPr>
          <a:xfrm>
            <a:off x="5002920" y="2913480"/>
            <a:ext cx="176040" cy="360"/>
          </a:xfrm>
          <a:custGeom>
            <a:avLst/>
            <a:gdLst/>
            <a:ahLst/>
            <a:rect l="l" t="t" r="r" b="b"/>
            <a:pathLst>
              <a:path w="102869" h="0">
                <a:moveTo>
                  <a:pt x="0" y="0"/>
                </a:moveTo>
                <a:lnTo>
                  <a:pt x="102646" y="0"/>
                </a:lnTo>
              </a:path>
            </a:pathLst>
          </a:custGeom>
          <a:noFill/>
          <a:ln w="802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CustomShape 42"/>
          <p:cNvSpPr/>
          <p:nvPr/>
        </p:nvSpPr>
        <p:spPr>
          <a:xfrm>
            <a:off x="3913920" y="3717360"/>
            <a:ext cx="1227600" cy="360"/>
          </a:xfrm>
          <a:custGeom>
            <a:avLst/>
            <a:gdLst/>
            <a:ahLst/>
            <a:rect l="l" t="t" r="r" b="b"/>
            <a:pathLst>
              <a:path w="716280" h="0">
                <a:moveTo>
                  <a:pt x="0" y="0"/>
                </a:moveTo>
                <a:lnTo>
                  <a:pt x="715872" y="0"/>
                </a:lnTo>
              </a:path>
            </a:pathLst>
          </a:custGeom>
          <a:noFill/>
          <a:ln w="1728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CustomShape 43"/>
          <p:cNvSpPr/>
          <p:nvPr/>
        </p:nvSpPr>
        <p:spPr>
          <a:xfrm>
            <a:off x="4876200" y="2041200"/>
            <a:ext cx="459000" cy="137520"/>
          </a:xfrm>
          <a:custGeom>
            <a:avLst/>
            <a:gdLst/>
            <a:ah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CustomShape 44"/>
          <p:cNvSpPr/>
          <p:nvPr/>
        </p:nvSpPr>
        <p:spPr>
          <a:xfrm>
            <a:off x="4771080" y="1868400"/>
            <a:ext cx="668880" cy="188280"/>
          </a:xfrm>
          <a:custGeom>
            <a:avLst/>
            <a:gdLst/>
            <a:ah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CustomShape 45"/>
          <p:cNvSpPr/>
          <p:nvPr/>
        </p:nvSpPr>
        <p:spPr>
          <a:xfrm>
            <a:off x="4966200" y="2188440"/>
            <a:ext cx="279360" cy="94320"/>
          </a:xfrm>
          <a:custGeom>
            <a:avLst/>
            <a:gdLst/>
            <a:ah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CustomShape 46"/>
          <p:cNvSpPr/>
          <p:nvPr/>
        </p:nvSpPr>
        <p:spPr>
          <a:xfrm>
            <a:off x="4690800" y="2335680"/>
            <a:ext cx="860760" cy="309600"/>
          </a:xfrm>
          <a:custGeom>
            <a:avLst/>
            <a:gdLst/>
            <a:ah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CustomShape 47"/>
          <p:cNvSpPr/>
          <p:nvPr/>
        </p:nvSpPr>
        <p:spPr>
          <a:xfrm>
            <a:off x="4822920" y="2982960"/>
            <a:ext cx="536400" cy="360"/>
          </a:xfrm>
          <a:custGeom>
            <a:avLst/>
            <a:gdLst/>
            <a:ahLst/>
            <a:rect l="l" t="t" r="r" b="b"/>
            <a:pathLst>
              <a:path w="313055" h="0">
                <a:moveTo>
                  <a:pt x="0" y="0"/>
                </a:moveTo>
                <a:lnTo>
                  <a:pt x="312620" y="0"/>
                </a:lnTo>
              </a:path>
            </a:pathLst>
          </a:custGeom>
          <a:noFill/>
          <a:ln w="2160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CustomShape 48"/>
          <p:cNvSpPr/>
          <p:nvPr/>
        </p:nvSpPr>
        <p:spPr>
          <a:xfrm>
            <a:off x="4840920" y="2710440"/>
            <a:ext cx="360" cy="253440"/>
          </a:xfrm>
          <a:custGeom>
            <a:avLst/>
            <a:gdLst/>
            <a:ahLst/>
            <a:rect l="l" t="t" r="r" b="b"/>
            <a:pathLst>
              <a:path w="0"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CustomShape 49"/>
          <p:cNvSpPr/>
          <p:nvPr/>
        </p:nvSpPr>
        <p:spPr>
          <a:xfrm>
            <a:off x="5340600" y="2626560"/>
            <a:ext cx="360" cy="338400"/>
          </a:xfrm>
          <a:custGeom>
            <a:avLst/>
            <a:gdLst/>
            <a:ahLst/>
            <a:rect l="l" t="t" r="r" b="b"/>
            <a:pathLst>
              <a:path w="0"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CustomShape 50"/>
          <p:cNvSpPr/>
          <p:nvPr/>
        </p:nvSpPr>
        <p:spPr>
          <a:xfrm>
            <a:off x="5161320" y="2709720"/>
            <a:ext cx="173880" cy="360"/>
          </a:xfrm>
          <a:custGeom>
            <a:avLst/>
            <a:gdLst/>
            <a:ahLst/>
            <a:rect l="l" t="t" r="r" b="b"/>
            <a:pathLst>
              <a:path w="101600" h="0">
                <a:moveTo>
                  <a:pt x="0" y="0"/>
                </a:moveTo>
                <a:lnTo>
                  <a:pt x="101454" y="0"/>
                </a:lnTo>
              </a:path>
            </a:pathLst>
          </a:custGeom>
          <a:noFill/>
          <a:ln w="21240">
            <a:solidFill>
              <a:srgbClr val="231f2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CustomShape 51"/>
          <p:cNvSpPr/>
          <p:nvPr/>
        </p:nvSpPr>
        <p:spPr>
          <a:xfrm>
            <a:off x="0" y="2633760"/>
            <a:ext cx="3481560" cy="839160"/>
          </a:xfrm>
          <a:custGeom>
            <a:avLst/>
            <a:gdLst/>
            <a:ah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CustomShape 52"/>
          <p:cNvSpPr/>
          <p:nvPr/>
        </p:nvSpPr>
        <p:spPr>
          <a:xfrm>
            <a:off x="0" y="2840400"/>
            <a:ext cx="3440160" cy="591840"/>
          </a:xfrm>
          <a:custGeom>
            <a:avLst/>
            <a:gdLst/>
            <a:ah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CustomShape 53"/>
          <p:cNvSpPr/>
          <p:nvPr/>
        </p:nvSpPr>
        <p:spPr>
          <a:xfrm>
            <a:off x="1064880" y="768240"/>
            <a:ext cx="22028040" cy="203760"/>
          </a:xfrm>
          <a:custGeom>
            <a:avLst/>
            <a:gdLst/>
            <a:ah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CustomShape 54"/>
          <p:cNvSpPr/>
          <p:nvPr/>
        </p:nvSpPr>
        <p:spPr>
          <a:xfrm>
            <a:off x="1064880" y="4082040"/>
            <a:ext cx="22028040" cy="203760"/>
          </a:xfrm>
          <a:custGeom>
            <a:avLst/>
            <a:gdLst/>
            <a:ah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CustomShape 55"/>
          <p:cNvSpPr/>
          <p:nvPr/>
        </p:nvSpPr>
        <p:spPr>
          <a:xfrm>
            <a:off x="1064880" y="1130760"/>
            <a:ext cx="22028040" cy="360"/>
          </a:xfrm>
          <a:custGeom>
            <a:avLst/>
            <a:gdLst/>
            <a:ahLst/>
            <a:rect l="l" t="t" r="r" b="b"/>
            <a:pathLst>
              <a:path w="12851130" h="0">
                <a:moveTo>
                  <a:pt x="0" y="0"/>
                </a:moveTo>
                <a:lnTo>
                  <a:pt x="12850624" y="0"/>
                </a:lnTo>
              </a:path>
            </a:pathLst>
          </a:custGeom>
          <a:noFill/>
          <a:ln cap="rnd" w="33480">
            <a:solidFill>
              <a:srgbClr val="231f20"/>
            </a:solidFill>
            <a:custDash>
              <a:ds d="800000" sp="300000"/>
            </a:custDash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CustomShape 56"/>
          <p:cNvSpPr/>
          <p:nvPr/>
        </p:nvSpPr>
        <p:spPr>
          <a:xfrm>
            <a:off x="1064880" y="4444560"/>
            <a:ext cx="22028040" cy="360"/>
          </a:xfrm>
          <a:custGeom>
            <a:avLst/>
            <a:gdLst/>
            <a:ahLst/>
            <a:rect l="l" t="t" r="r" b="b"/>
            <a:pathLst>
              <a:path w="12851130" h="0">
                <a:moveTo>
                  <a:pt x="0" y="0"/>
                </a:moveTo>
                <a:lnTo>
                  <a:pt x="12850624" y="0"/>
                </a:lnTo>
              </a:path>
            </a:pathLst>
          </a:custGeom>
          <a:noFill/>
          <a:ln cap="rnd" w="33480">
            <a:solidFill>
              <a:srgbClr val="231f20"/>
            </a:solidFill>
            <a:custDash>
              <a:ds d="800000" sp="300000"/>
            </a:custDash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CustomShape 57"/>
          <p:cNvSpPr/>
          <p:nvPr/>
        </p:nvSpPr>
        <p:spPr>
          <a:xfrm>
            <a:off x="1064880" y="10563480"/>
            <a:ext cx="22028040" cy="23379480"/>
          </a:xfrm>
          <a:custGeom>
            <a:avLst/>
            <a:gdLst/>
            <a:ah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CustomShape 58"/>
          <p:cNvSpPr/>
          <p:nvPr/>
        </p:nvSpPr>
        <p:spPr>
          <a:xfrm>
            <a:off x="1598760" y="7901280"/>
            <a:ext cx="20960280" cy="7511040"/>
          </a:xfrm>
          <a:custGeom>
            <a:avLst/>
            <a:gdLst/>
            <a:ah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CustomShape 59"/>
          <p:cNvSpPr/>
          <p:nvPr/>
        </p:nvSpPr>
        <p:spPr>
          <a:xfrm>
            <a:off x="1598760" y="15818760"/>
            <a:ext cx="20960280" cy="13892760"/>
          </a:xfrm>
          <a:custGeom>
            <a:avLst/>
            <a:gdLst/>
            <a:ah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CustomShape 60"/>
          <p:cNvSpPr/>
          <p:nvPr/>
        </p:nvSpPr>
        <p:spPr>
          <a:xfrm>
            <a:off x="1598760" y="29958480"/>
            <a:ext cx="20960280" cy="2730600"/>
          </a:xfrm>
          <a:custGeom>
            <a:avLst/>
            <a:gdLst/>
            <a:ah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PlaceHolder 61"/>
          <p:cNvSpPr>
            <a:spLocks noGrp="1"/>
          </p:cNvSpPr>
          <p:nvPr>
            <p:ph type="ftr"/>
          </p:nvPr>
        </p:nvSpPr>
        <p:spPr>
          <a:xfrm>
            <a:off x="8204760" y="32475960"/>
            <a:ext cx="7721640" cy="480600"/>
          </a:xfrm>
          <a:prstGeom prst="rect">
            <a:avLst/>
          </a:prstGeom>
        </p:spPr>
        <p:txBody>
          <a:bodyPr lIns="0" rIns="0" tIns="0" bIns="0"/>
          <a:p>
            <a:endParaRPr b="0" lang="en" sz="2400" spc="-1" strike="noStrike">
              <a:latin typeface="Times New Roman"/>
            </a:endParaRPr>
          </a:p>
        </p:txBody>
      </p:sp>
      <p:sp>
        <p:nvSpPr>
          <p:cNvPr id="61" name="PlaceHolder 62"/>
          <p:cNvSpPr>
            <a:spLocks noGrp="1"/>
          </p:cNvSpPr>
          <p:nvPr>
            <p:ph type="dt"/>
          </p:nvPr>
        </p:nvSpPr>
        <p:spPr>
          <a:xfrm>
            <a:off x="1206720" y="32475960"/>
            <a:ext cx="5549760" cy="4806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fld id="{B6219E94-DEAD-420B-A1AE-08F1DE210746}" type="datetime">
              <a:rPr b="0" lang="en" sz="3110" spc="-1" strike="noStrike">
                <a:solidFill>
                  <a:srgbClr val="b2b2b2"/>
                </a:solidFill>
                <a:latin typeface="Calibri"/>
              </a:rPr>
              <a:t>6/11/26</a:t>
            </a:fld>
            <a:endParaRPr b="0" lang="en" sz="3110" spc="-1" strike="noStrike">
              <a:latin typeface="Times New Roman"/>
            </a:endParaRPr>
          </a:p>
        </p:txBody>
      </p:sp>
      <p:sp>
        <p:nvSpPr>
          <p:cNvPr id="62" name="PlaceHolder 63"/>
          <p:cNvSpPr>
            <a:spLocks noGrp="1"/>
          </p:cNvSpPr>
          <p:nvPr>
            <p:ph type="sldNum"/>
          </p:nvPr>
        </p:nvSpPr>
        <p:spPr>
          <a:xfrm>
            <a:off x="17374680" y="32475960"/>
            <a:ext cx="5549760" cy="4806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3A74D029-085B-4BF3-91BF-4E1BCD39ABE2}" type="slidenum">
              <a:rPr b="0" lang="en" sz="3110" spc="-1" strike="noStrike">
                <a:solidFill>
                  <a:srgbClr val="b2b2b2"/>
                </a:solidFill>
                <a:latin typeface="Calibri"/>
              </a:rPr>
              <a:t>1</a:t>
            </a:fld>
            <a:endParaRPr b="0" lang="en" sz="3110" spc="-1" strike="noStrike">
              <a:latin typeface="Times New Roman"/>
            </a:endParaRPr>
          </a:p>
        </p:txBody>
      </p:sp>
      <p:sp>
        <p:nvSpPr>
          <p:cNvPr id="63" name="CustomShape 64"/>
          <p:cNvSpPr/>
          <p:nvPr/>
        </p:nvSpPr>
        <p:spPr>
          <a:xfrm>
            <a:off x="1577880" y="32908320"/>
            <a:ext cx="12158280" cy="85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7360" bIns="0"/>
          <a:p>
            <a:pPr marL="21600">
              <a:lnSpc>
                <a:spcPct val="100000"/>
              </a:lnSpc>
              <a:spcBef>
                <a:spcPts val="213"/>
              </a:spcBef>
            </a:pPr>
            <a:r>
              <a:rPr b="1" lang="en" sz="5400" spc="15" strike="noStrike">
                <a:solidFill>
                  <a:srgbClr val="231f20"/>
                </a:solidFill>
                <a:latin typeface="Arial"/>
              </a:rPr>
              <a:t>Final Project - Software</a:t>
            </a:r>
            <a:r>
              <a:rPr b="1" lang="en" sz="5400" spc="265" strike="noStrike">
                <a:solidFill>
                  <a:srgbClr val="231f20"/>
                </a:solidFill>
                <a:latin typeface="Arial"/>
              </a:rPr>
              <a:t> </a:t>
            </a:r>
            <a:r>
              <a:rPr b="1" lang="en" sz="5400" spc="24" strike="noStrike">
                <a:solidFill>
                  <a:srgbClr val="231f20"/>
                </a:solidFill>
                <a:latin typeface="Arial"/>
              </a:rPr>
              <a:t>Engineering</a:t>
            </a:r>
            <a:endParaRPr b="0" lang="en" sz="5400" spc="-1" strike="noStrike">
              <a:latin typeface="Arial"/>
            </a:endParaRPr>
          </a:p>
        </p:txBody>
      </p:sp>
      <p:sp>
        <p:nvSpPr>
          <p:cNvPr id="64" name="CustomShape 65"/>
          <p:cNvSpPr/>
          <p:nvPr/>
        </p:nvSpPr>
        <p:spPr>
          <a:xfrm>
            <a:off x="18705960" y="33810840"/>
            <a:ext cx="2226960" cy="793440"/>
          </a:xfrm>
          <a:prstGeom prst="rect">
            <a:avLst/>
          </a:prstGeom>
          <a:blipFill rotWithShape="0">
            <a:blip r:embed="rId4"/>
            <a:stretch>
              <a:fillRect/>
            </a:stretch>
          </a:blip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CustomShape 66"/>
          <p:cNvSpPr/>
          <p:nvPr/>
        </p:nvSpPr>
        <p:spPr>
          <a:xfrm>
            <a:off x="21206520" y="33810840"/>
            <a:ext cx="1351080" cy="793800"/>
          </a:xfrm>
          <a:prstGeom prst="rect">
            <a:avLst/>
          </a:prstGeom>
          <a:blipFill rotWithShape="0">
            <a:blip r:embed="rId5"/>
            <a:stretch>
              <a:fillRect/>
            </a:stretch>
          </a:blip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PlaceHolder 67"/>
          <p:cNvSpPr>
            <a:spLocks noGrp="1"/>
          </p:cNvSpPr>
          <p:nvPr>
            <p:ph type="title"/>
          </p:nvPr>
        </p:nvSpPr>
        <p:spPr>
          <a:xfrm>
            <a:off x="1206000" y="1393200"/>
            <a:ext cx="21707640" cy="5831280"/>
          </a:xfrm>
          <a:prstGeom prst="rect">
            <a:avLst/>
          </a:prstGeom>
        </p:spPr>
        <p:txBody>
          <a:bodyPr lIns="0" rIns="0" tIns="0" bIns="0" anchor="ctr"/>
          <a:p>
            <a:r>
              <a:rPr b="0" lang="he-IL" sz="311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he-IL" sz="311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68"/>
          <p:cNvSpPr>
            <a:spLocks noGrp="1"/>
          </p:cNvSpPr>
          <p:nvPr>
            <p:ph type="body"/>
          </p:nvPr>
        </p:nvSpPr>
        <p:spPr>
          <a:xfrm>
            <a:off x="1206000" y="8171280"/>
            <a:ext cx="21707640" cy="202532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e-IL" sz="18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e-IL" sz="18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e-IL" sz="18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he-IL" sz="18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he-IL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e-IL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he-IL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e-IL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he-IL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he-IL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he-IL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0" r:id="rId1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10612440" y="6624000"/>
            <a:ext cx="11945160" cy="1009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algn="ctr">
              <a:lnSpc>
                <a:spcPct val="100000"/>
              </a:lnSpc>
            </a:pPr>
            <a:r>
              <a:rPr b="1" lang="en" sz="6030" spc="-1" strike="noStrike">
                <a:solidFill>
                  <a:srgbClr val="000000"/>
                </a:solidFill>
                <a:latin typeface="Calibri"/>
              </a:rPr>
              <a:t>&lt;Project tagline - optional&gt;</a:t>
            </a:r>
            <a:endParaRPr b="0" lang="en" sz="6030" spc="-1" strike="noStrike"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650600" y="16949520"/>
            <a:ext cx="20907000" cy="1478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photos and graphics – </a:t>
            </a:r>
            <a:endParaRPr b="0" lang="en" sz="603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Up to 6 images , with description for each image </a:t>
            </a:r>
            <a:r>
              <a:rPr b="0" lang="en" sz="3600" spc="-1" strike="noStrike">
                <a:solidFill>
                  <a:srgbClr val="000000"/>
                </a:solidFill>
                <a:latin typeface="Calibri"/>
              </a:rPr>
              <a:t>in #36 font (minimum)</a:t>
            </a:r>
            <a:endParaRPr b="0" lang="en" sz="3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" sz="360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Use case diagram (UML 2.5.1)</a:t>
            </a:r>
            <a:endParaRPr b="0" lang="en" sz="603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  <a:ea typeface="Noto Sans CJK SC"/>
              </a:rPr>
              <a:t>Class Diagram</a:t>
            </a: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 (UML 2.5.1)</a:t>
            </a:r>
            <a:endParaRPr b="0" lang="en" sz="603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Deployment Diagram </a:t>
            </a: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 (UML 2.5.1)</a:t>
            </a:r>
            <a:endParaRPr b="0" lang="en" sz="603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  <a:ea typeface="Noto Sans CJK SC"/>
              </a:rPr>
              <a:t>Sequence Diagram of a major use case (if applicable) </a:t>
            </a: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 (UML 2.5.1)</a:t>
            </a:r>
            <a:endParaRPr b="0" lang="en" sz="603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  <a:ea typeface="Noto Sans CJK SC"/>
              </a:rPr>
              <a:t>Activity Diagram of a major algorithm used (if applicable) </a:t>
            </a: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 (UML 2.5.1)</a:t>
            </a:r>
            <a:endParaRPr b="0" lang="en" sz="6030" spc="-1" strike="noStrike">
              <a:latin typeface="Arial"/>
            </a:endParaRPr>
          </a:p>
          <a:p>
            <a:pPr marL="857160" indent="-856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6030" spc="-1" strike="noStrike">
                <a:solidFill>
                  <a:srgbClr val="000000"/>
                </a:solidFill>
                <a:latin typeface="Calibri"/>
              </a:rPr>
              <a:t>App or GUI screenshot/s</a:t>
            </a:r>
            <a:endParaRPr b="0" lang="en" sz="603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" sz="603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" sz="603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" sz="603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" sz="603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" sz="6030" spc="-1" strike="noStrike">
              <a:latin typeface="Arial"/>
            </a:endParaRPr>
          </a:p>
        </p:txBody>
      </p:sp>
      <p:sp>
        <p:nvSpPr>
          <p:cNvPr id="106" name="CustomShape 3"/>
          <p:cNvSpPr/>
          <p:nvPr/>
        </p:nvSpPr>
        <p:spPr>
          <a:xfrm>
            <a:off x="8707320" y="4974840"/>
            <a:ext cx="13850280" cy="1309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algn="ctr">
              <a:lnSpc>
                <a:spcPct val="100000"/>
              </a:lnSpc>
            </a:pPr>
            <a:r>
              <a:rPr b="1" lang="en" sz="8000" spc="-1" strike="noStrike">
                <a:solidFill>
                  <a:srgbClr val="000000"/>
                </a:solidFill>
                <a:latin typeface="Calibri"/>
              </a:rPr>
              <a:t>&lt;Project name&gt;</a:t>
            </a:r>
            <a:endParaRPr b="0" lang="en" sz="8000" spc="-1" strike="noStrike">
              <a:latin typeface="Arial"/>
            </a:endParaRPr>
          </a:p>
        </p:txBody>
      </p:sp>
      <p:sp>
        <p:nvSpPr>
          <p:cNvPr id="107" name="CustomShape 4"/>
          <p:cNvSpPr/>
          <p:nvPr/>
        </p:nvSpPr>
        <p:spPr>
          <a:xfrm>
            <a:off x="1650600" y="7969680"/>
            <a:ext cx="20907000" cy="667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>
            <a:pPr>
              <a:lnSpc>
                <a:spcPct val="100000"/>
              </a:lnSpc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&lt;Project description - font #54 minimum, in English only &gt; </a:t>
            </a:r>
            <a:endParaRPr b="0" lang="en" sz="5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includes:</a:t>
            </a:r>
            <a:endParaRPr b="0" lang="en" sz="5400" spc="-1" strike="noStrike">
              <a:latin typeface="Arial"/>
            </a:endParaRPr>
          </a:p>
          <a:p>
            <a:pPr marL="685800" indent="-6854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The need or problem your project addresses -one sentence (optional)</a:t>
            </a:r>
            <a:endParaRPr b="0" lang="en" sz="5400" spc="-1" strike="noStrike">
              <a:latin typeface="Arial"/>
            </a:endParaRPr>
          </a:p>
          <a:p>
            <a:pPr marL="685800" indent="-6854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What you project is - in one sentence (“a locker controlled using a smart lending management app”)</a:t>
            </a:r>
            <a:endParaRPr b="0" lang="en" sz="5400" spc="-1" strike="noStrike">
              <a:latin typeface="Arial"/>
            </a:endParaRPr>
          </a:p>
          <a:p>
            <a:pPr marL="685800" indent="-6854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What are the </a:t>
            </a:r>
            <a:r>
              <a:rPr b="0" lang="en" sz="5400" spc="-1" strike="noStrike" u="sng">
                <a:solidFill>
                  <a:srgbClr val="000000"/>
                </a:solidFill>
                <a:uFillTx/>
                <a:latin typeface="Calibri"/>
              </a:rPr>
              <a:t>main</a:t>
            </a: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" sz="5400" spc="-1" strike="noStrike" u="sng">
                <a:solidFill>
                  <a:srgbClr val="000000"/>
                </a:solidFill>
                <a:uFillTx/>
                <a:latin typeface="Calibri"/>
              </a:rPr>
              <a:t>features</a:t>
            </a: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 of the project (up to 3)</a:t>
            </a:r>
            <a:endParaRPr b="0" lang="en" sz="5400" spc="-1" strike="noStrike">
              <a:latin typeface="Arial"/>
            </a:endParaRPr>
          </a:p>
          <a:p>
            <a:pPr marL="685800" indent="-6854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" sz="5400" spc="-1" strike="noStrike">
                <a:solidFill>
                  <a:srgbClr val="000000"/>
                </a:solidFill>
                <a:latin typeface="Calibri"/>
              </a:rPr>
              <a:t>Main advantages of the project over current methods/solutions. (optional)</a:t>
            </a:r>
            <a:endParaRPr b="0" lang="en" sz="5400" spc="-1" strike="noStrike">
              <a:latin typeface="Arial"/>
            </a:endParaRPr>
          </a:p>
        </p:txBody>
      </p:sp>
      <p:sp>
        <p:nvSpPr>
          <p:cNvPr id="108" name="CustomShape 5"/>
          <p:cNvSpPr/>
          <p:nvPr/>
        </p:nvSpPr>
        <p:spPr>
          <a:xfrm>
            <a:off x="1683000" y="30185640"/>
            <a:ext cx="21326760" cy="222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 algn="ctr">
              <a:lnSpc>
                <a:spcPct val="100000"/>
              </a:lnSpc>
            </a:pPr>
            <a:r>
              <a:rPr b="1" lang="en" sz="4800" spc="-1" strike="noStrike">
                <a:solidFill>
                  <a:srgbClr val="000000"/>
                </a:solidFill>
                <a:latin typeface="Calibri"/>
              </a:rPr>
              <a:t>Team member names</a:t>
            </a:r>
            <a:endParaRPr b="0" lang="en" sz="4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" sz="4800" spc="-1" strike="noStrike">
                <a:solidFill>
                  <a:srgbClr val="000000"/>
                </a:solidFill>
                <a:latin typeface="Calibri"/>
              </a:rPr>
              <a:t>Instructor names</a:t>
            </a:r>
            <a:endParaRPr b="0" lang="en" sz="4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" sz="4400" spc="-1" strike="noStrike">
                <a:solidFill>
                  <a:srgbClr val="000000"/>
                </a:solidFill>
                <a:latin typeface="Calibri"/>
              </a:rPr>
              <a:t>In collaboration with (name + institution , if relevant)</a:t>
            </a:r>
            <a:endParaRPr b="0" lang="en" sz="4400" spc="-1" strike="noStrike">
              <a:latin typeface="Arial"/>
            </a:endParaRPr>
          </a:p>
        </p:txBody>
      </p:sp>
      <p:sp>
        <p:nvSpPr>
          <p:cNvPr id="109" name="CustomShape 6"/>
          <p:cNvSpPr/>
          <p:nvPr/>
        </p:nvSpPr>
        <p:spPr>
          <a:xfrm>
            <a:off x="21122640" y="4389120"/>
            <a:ext cx="7467120" cy="387972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/>
          <a:p>
            <a:pPr>
              <a:lnSpc>
                <a:spcPct val="100000"/>
              </a:lnSpc>
            </a:pPr>
            <a:r>
              <a:rPr b="0" lang="en" sz="3110" spc="-1" strike="noStrike">
                <a:solidFill>
                  <a:srgbClr val="333333"/>
                </a:solidFill>
                <a:latin typeface="Segoe UI"/>
              </a:rPr>
    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    </a:r>
            <a:endParaRPr b="0" lang="en" sz="3110" spc="-1" strike="noStrike">
              <a:latin typeface="Arial"/>
            </a:endParaRPr>
          </a:p>
        </p:txBody>
      </p:sp>
      <p:sp>
        <p:nvSpPr>
          <p:cNvPr id="110" name="CustomShape 7"/>
          <p:cNvSpPr/>
          <p:nvPr/>
        </p:nvSpPr>
        <p:spPr>
          <a:xfrm>
            <a:off x="1490040" y="4562280"/>
            <a:ext cx="5992200" cy="2767320"/>
          </a:xfrm>
          <a:prstGeom prst="rect">
            <a:avLst/>
          </a:prstGeom>
          <a:solidFill>
            <a:srgbClr val="fbf9f9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1680" bIns="0"/>
          <a:p>
            <a:pPr marL="1850400" indent="-698400">
              <a:lnSpc>
                <a:spcPct val="71000"/>
              </a:lnSpc>
              <a:spcBef>
                <a:spcPts val="7336"/>
              </a:spcBef>
            </a:pPr>
            <a:r>
              <a:rPr b="1" lang="en" sz="8490" spc="24" strike="noStrike">
                <a:solidFill>
                  <a:srgbClr val="231f20"/>
                </a:solidFill>
                <a:latin typeface="Arial"/>
              </a:rPr>
              <a:t>Project  </a:t>
            </a:r>
            <a:r>
              <a:rPr b="1" lang="en" sz="8490" spc="41" strike="noStrike">
                <a:solidFill>
                  <a:srgbClr val="231f20"/>
                </a:solidFill>
                <a:latin typeface="Arial"/>
              </a:rPr>
              <a:t>logo</a:t>
            </a:r>
            <a:endParaRPr b="0" lang="en" sz="8490" spc="-1" strike="noStrike">
              <a:latin typeface="Arial"/>
            </a:endParaRPr>
          </a:p>
        </p:txBody>
      </p:sp>
      <p:pic>
        <p:nvPicPr>
          <p:cNvPr id="111" name="Picture 2" descr=""/>
          <p:cNvPicPr/>
          <p:nvPr/>
        </p:nvPicPr>
        <p:blipFill>
          <a:blip r:embed="rId1"/>
          <a:stretch/>
        </p:blipFill>
        <p:spPr>
          <a:xfrm>
            <a:off x="6100920" y="1388160"/>
            <a:ext cx="16849440" cy="20761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Application>LibreOffice/6.0.7.3$Linux_X86_64 LibreOffice_project/00m0$Build-3</Application>
  <Words>202</Words>
  <Paragraphs>23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2018-01-05T12:02:54Z</dcterms:created>
  <dc:creator>Itai  Dabran</dc:creator>
  <dc:description/>
  <dc:language>en</dc:language>
  <cp:lastModifiedBy>David Dovrat</cp:lastModifiedBy>
  <dcterms:modified xsi:type="dcterms:W3CDTF">2026-06-11T12:55:25Z</dcterms:modified>
  <cp:revision>25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reated">
    <vt:filetime>2018-01-04T00:00:00Z</vt:filetime>
  </property>
  <property fmtid="{D5CDD505-2E9C-101B-9397-08002B2CF9AE}" pid="4" name="Creator">
    <vt:lpwstr>Adobe InDesign CC 13.0 (Macintosh)</vt:lpwstr>
  </property>
  <property fmtid="{D5CDD505-2E9C-101B-9397-08002B2CF9AE}" pid="5" name="HiddenSlides">
    <vt:i4>0</vt:i4>
  </property>
  <property fmtid="{D5CDD505-2E9C-101B-9397-08002B2CF9AE}" pid="6" name="HyperlinksChanged">
    <vt:bool>0</vt:bool>
  </property>
  <property fmtid="{D5CDD505-2E9C-101B-9397-08002B2CF9AE}" pid="7" name="LastSaved">
    <vt:filetime>2018-01-05T00:00:00Z</vt:filetime>
  </property>
  <property fmtid="{D5CDD505-2E9C-101B-9397-08002B2CF9AE}" pid="8" name="LinksUpToDate">
    <vt:bool>0</vt:bool>
  </property>
  <property fmtid="{D5CDD505-2E9C-101B-9397-08002B2CF9AE}" pid="9" name="MMClips">
    <vt:i4>0</vt:i4>
  </property>
  <property fmtid="{D5CDD505-2E9C-101B-9397-08002B2CF9AE}" pid="10" name="Notes">
    <vt:i4>0</vt:i4>
  </property>
  <property fmtid="{D5CDD505-2E9C-101B-9397-08002B2CF9AE}" pid="11" name="PresentationFormat">
    <vt:lpwstr>Custom</vt:lpwstr>
  </property>
  <property fmtid="{D5CDD505-2E9C-101B-9397-08002B2CF9AE}" pid="12" name="ScaleCrop">
    <vt:bool>0</vt:bool>
  </property>
  <property fmtid="{D5CDD505-2E9C-101B-9397-08002B2CF9AE}" pid="13" name="ShareDoc">
    <vt:bool>0</vt:bool>
  </property>
  <property fmtid="{D5CDD505-2E9C-101B-9397-08002B2CF9AE}" pid="14" name="Slides">
    <vt:i4>1</vt:i4>
  </property>
</Properties>
</file>