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8" d="100"/>
          <a:sy n="78" d="100"/>
        </p:scale>
        <p:origin x="7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י"ג/תמוז/תשפ"ו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28 יוני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ns5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ns2:embed="rId2"/>
          <a:srcRect r="10124"/>
          <a:stretch/>
        </p:blipFill>
        <p:spPr>
          <a:xfrm>
            <a:off x="0" y="4114800"/>
            <a:ext cx="3035808" cy="2743200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88720" y="5888736"/>
            <a:ext cx="466344" cy="4663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2384" y="0"/>
            <a:ext cx="91257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7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5230368"/>
            <a:ext cx="4398264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t" tIns="80000" bIns="60000" lIns="90000" rIns="9000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העירייה: 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53528" y="5230368"/>
            <a:ext cx="4398264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t" tIns="80000" bIns="60000" lIns="90000" rIns="9000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הבעלים: {OWNER_POSITION}</a:t>
            </a:r>
          </a:p>
          <a:p>
            <a:pPr algn="r" rtl="1"/>
            <a:endParaRPr lang="he-IL" sz="16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28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6858000" y="36576"/>
            <a:ext cx="5193792" cy="6949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54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9889236" y="3090672"/>
            <a:ext cx="2162556" cy="8412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יעוד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{YEUD}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4526280" y="420624"/>
            <a:ext cx="2697480" cy="384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20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2450592"/>
            <a:ext cx="8979408" cy="512064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סיווג: {SIVUG}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3072384" y="1938528"/>
            <a:ext cx="8979408" cy="42062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3474720" y="877824"/>
            <a:ext cx="960120" cy="960120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 tIns="0" bIns="0" lIns="0" rIns="0"/>
          <a:lstStyle/>
          <a:p>
            <a:pPr algn="ctr" rtl="1"/>
            <a:r>
              <a:rPr lang="he-IL" sz="7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ns4:modId val="1855143216"/>
              </p:ext>
            </p:extLst>
          </p:nvPr>
        </p:nvGraphicFramePr>
        <p:xfrm>
          <a:off x="3072384" y="4078224"/>
          <a:ext cx="8979408" cy="950976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ns3:colId val="720534580"/>
                    </a:ext>
                  </a:extLst>
                </a:gridCol>
                <a:gridCol w="2249424">
                  <a:extLst>
                    <a:ext uri="{9D8B030D-6E8A-4147-A177-3AD203B41FA5}">
                      <ns3:colId val="3385606801"/>
                    </a:ext>
                  </a:extLst>
                </a:gridCol>
                <a:gridCol w="2249424">
                  <a:extLst>
                    <a:ext uri="{9D8B030D-6E8A-4147-A177-3AD203B41FA5}">
                      <ns3:colId val="1287329000"/>
                    </a:ext>
                  </a:extLst>
                </a:gridCol>
                <a:gridCol w="2249424">
                  <a:extLst>
                    <a:ext uri="{9D8B030D-6E8A-4147-A177-3AD203B41FA5}">
                      <ns3:colId val="3932464124"/>
                    </a:ext>
                  </a:extLst>
                </a:gridCol>
              </a:tblGrid>
              <a:tr h="475488">
                <a:tc rowSpan="2">
                  <a:txBody>
                    <a:bodyPr anchor="ctr" tIns="0" bIns="0" lIns="0" rIns="0"/>
                    <a:lstStyle/>
                    <a:p>
                      <a:pPr algn="r" rtl="1"/>
                      <a:r>
                        <a:rPr lang="he-IL" sz="3200" b="1" kern="1200" dirty="0">
                          <a:solidFill>
                            <a:srgbClr val="30525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1032947799"/>
                  </a:ext>
                </a:extLst>
              </a:tr>
              <a:tr h="475488">
                <a:tc vMerge="1">
                  <a:txBody>
                    <a:bodyPr anchor="ctr" tIns="0" bIns="0" lIns="0" rIns="0"/>
                    <a:lstStyle/>
                    <a:p>
                      <a:pPr rtl="1"/>
                      <a:endParaRPr lang="he-IL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3090672"/>
            <a:ext cx="2162556" cy="8412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תכנון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{KIDUM_TICHNUN}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16952" y="3090672"/>
            <a:ext cx="2162556" cy="8412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שימור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{SHIMUR_YEUD}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5344668" y="3090672"/>
            <a:ext cx="2162556" cy="84124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רישוי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{BUILDING_PERMIT}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אליפסה 25"/>
          <p:cNvSpPr/>
          <p:nvPr/>
        </p:nvSpPr>
        <p:spPr>
          <a:xfrm>
            <a:off x="5989320" y="877824"/>
            <a:ext cx="960120" cy="96012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989320" y="877824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8503920" y="877824"/>
            <a:ext cx="960120" cy="960120"/>
          </a:xfrm>
          <a:prstGeom prst="ellipse">
            <a:avLst/>
          </a:prstGeom>
          <a:solidFill>
            <a:srgbClr val="EAB2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503920" y="877824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ns3:creationId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ns2:embed="rId3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0" y="0"/>
            <a:ext cx="3035808" cy="4114800"/>
          </a:xfrm>
          <a:prstGeom prst="rect">
            <a:avLst/>
          </a:prstGeom>
        </p:spPr>
      </p:pic>
    </p:spTree>
    <p:extLst>
      <p:ext uri="{BB962C8B-B14F-4D97-AF65-F5344CB8AC3E}">
        <ns4:creationId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125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2026-06-28T11:24:51Z</dcterms:modified>
</cp:coreProperties>
</file>