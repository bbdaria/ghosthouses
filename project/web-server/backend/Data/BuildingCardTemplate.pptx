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78" d="100"/>
          <a:sy n="78" d="100"/>
        </p:scale>
        <p:origin x="7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י"ג/תמוז/תשפ"ו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28 יוני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ns5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ns2:embed="rId2"/>
          <a:srcRect r="10124"/>
          <a:stretch/>
        </p:blipFill>
        <p:spPr>
          <a:xfrm>
            <a:off x="0" y="4114800"/>
            <a:ext cx="3035808" cy="2743200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88720" y="5888736"/>
            <a:ext cx="466344" cy="4663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2384" y="0"/>
            <a:ext cx="91257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9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0"/>
            <a:ext cx="8979408" cy="6949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lang="he-IL" sz="5400" b="1" dirty="0">
                <a:solidFill>
                  <a:srgbClr val="305250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9889236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יעוד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{YEUD}</a:t>
            </a:r>
          </a:p>
        </p:txBody>
      </p:sp>
      <p:sp>
        <p:nvSpPr>
          <p:cNvPr id="21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676656"/>
            <a:ext cx="8979408" cy="3108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lang="he-IL" sz="2000" dirty="0">
                <a:solidFill>
                  <a:srgbClr val="A6A6A6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2752344"/>
            <a:ext cx="8979408" cy="512064"/>
          </a:xfrm>
          <a:prstGeom prst="rect">
            <a:avLst/>
          </a:prstGeom>
          <a:solidFill>
            <a:srgbClr val="8ED052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סיווג:</a:t>
            </a:r>
            <a:r>
              <a:rPr sz="3200" b="1">
                <a:solidFill>
                  <a:srgbClr val="2F5552"/>
                </a:solidFill>
                <a:latin typeface="Aptos"/>
              </a:rPr>
              <a:t> {SIVUG}</a:t>
            </a:r>
          </a:p>
        </p:txBody>
      </p:sp>
      <p:sp>
        <p:nvSpPr>
          <p:cNvPr id="25" name="מלבן 24"/>
          <p:cNvSpPr/>
          <p:nvPr/>
        </p:nvSpPr>
        <p:spPr>
          <a:xfrm>
            <a:off x="3072384" y="2240280"/>
            <a:ext cx="8979408" cy="420624"/>
          </a:xfrm>
          <a:prstGeom prst="rect">
            <a:avLst/>
          </a:prstGeom>
          <a:solidFill>
            <a:srgbClr val="AEBBC0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lang="he-IL" sz="3200" b="1" dirty="0">
                <a:solidFill>
                  <a:srgbClr val="2F5552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{OWNERSHIP_TYPE} - {OWNER_DETAILS}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4088891" y="1078992"/>
            <a:ext cx="960120" cy="960120"/>
          </a:xfrm>
          <a:prstGeom prst="ellipse">
            <a:avLst/>
          </a:prstGeom>
          <a:solidFill>
            <a:srgbClr val="E84A3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 tIns="0" bIns="0" lIns="0" rIns="0"/>
          <a:lstStyle/>
          <a:p>
            <a:pPr algn="ctr" rtl="1"/>
            <a:r>
              <a:rPr lang="he-IL" sz="72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ns4:modId val="1855143216"/>
              </p:ext>
            </p:extLst>
          </p:nvPr>
        </p:nvGraphicFramePr>
        <p:xfrm>
          <a:off x="3072384" y="4379976"/>
          <a:ext cx="8979408" cy="950976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31136">
                  <a:extLst>
                    <a:ext uri="{9D8B030D-6E8A-4147-A177-3AD203B41FA5}">
                      <ns3:colId val="720534580"/>
                    </a:ext>
                  </a:extLst>
                </a:gridCol>
                <a:gridCol w="2249424">
                  <a:extLst>
                    <a:ext uri="{9D8B030D-6E8A-4147-A177-3AD203B41FA5}">
                      <ns3:colId val="3385606801"/>
                    </a:ext>
                  </a:extLst>
                </a:gridCol>
                <a:gridCol w="2249424">
                  <a:extLst>
                    <a:ext uri="{9D8B030D-6E8A-4147-A177-3AD203B41FA5}">
                      <ns3:colId val="1287329000"/>
                    </a:ext>
                  </a:extLst>
                </a:gridCol>
                <a:gridCol w="2249424">
                  <a:extLst>
                    <a:ext uri="{9D8B030D-6E8A-4147-A177-3AD203B41FA5}">
                      <ns3:colId val="3932464124"/>
                    </a:ext>
                  </a:extLst>
                </a:gridCol>
              </a:tblGrid>
              <a:tr h="475488">
                <a:tc rowSpan="2">
                  <a:txBody>
                    <a:bodyPr anchor="ctr" tIns="0" bIns="0" lIns="0" rIns="0"/>
                    <a:lstStyle/>
                    <a:p>
                      <a:pPr algn="ctr" rtl="1"/>
                      <a:r>
                        <a:rPr lang="he-IL" sz="3200" b="1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ns3:rowId val="1032947799"/>
                  </a:ext>
                </a:extLst>
              </a:tr>
              <a:tr h="475488">
                <a:tc vMerge="1">
                  <a:txBody>
                    <a:bodyPr anchor="ctr" tIns="0" bIns="0" lIns="0" rIns="0"/>
                    <a:lstStyle/>
                    <a:p>
                      <a:pPr rtl="1" algn="ctr"/>
                      <a:endParaRPr lang="he-IL" dirty="0"/>
                    </a:p>
                  </a:txBody>
                  <a:tcPr anchor="ctr"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en-US" sz="24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{PIKUACH_KLALI}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en-US" sz="2400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en-US" sz="2400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ns3:rowId val="4286580349"/>
                  </a:ext>
                </a:extLst>
              </a:tr>
            </a:tbl>
          </a:graphicData>
        </a:graphic>
      </p:graphicFrame>
      <p:sp>
        <p:nvSpPr>
          <p:cNvPr id="3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תכנון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{KIDUM_TICHNUN}</a:t>
            </a:r>
          </a:p>
        </p:txBody>
      </p:sp>
      <p:sp>
        <p:nvSpPr>
          <p:cNvPr id="22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616952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שימור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{SHIMUR_YEUD}</a:t>
            </a:r>
          </a:p>
        </p:txBody>
      </p:sp>
      <p:sp>
        <p:nvSpPr>
          <p:cNvPr id="2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5344668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רישוי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{BUILDING_PERMIT}</a:t>
            </a:r>
          </a:p>
        </p:txBody>
      </p:sp>
      <p:sp>
        <p:nvSpPr>
          <p:cNvPr id="26" name="אליפסה 25"/>
          <p:cNvSpPr/>
          <p:nvPr/>
        </p:nvSpPr>
        <p:spPr>
          <a:xfrm>
            <a:off x="7082027" y="1078992"/>
            <a:ext cx="960120" cy="960120"/>
          </a:xfrm>
          <a:prstGeom prst="ellipse">
            <a:avLst/>
          </a:prstGeom>
          <a:solidFill>
            <a:srgbClr val="9FAEB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82027" y="1078992"/>
            <a:ext cx="960120" cy="960120"/>
          </a:xfrm>
          <a:prstGeom prst="rect">
            <a:avLst/>
          </a:prstGeom>
          <a:noFill/>
        </p:spPr>
        <p:txBody>
          <a:bodyPr wrap="square" rtlCol="1" anchor="ctr" tIns="0" bIns="0" lIns="0" rIns="0">
            <a:spAutoFit/>
          </a:bodyPr>
          <a:lstStyle/>
          <a:p>
            <a:pPr algn="ctr" rtl="1"/>
            <a:r>
              <a:rPr lang="he-IL" sz="36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10075164" y="1078992"/>
            <a:ext cx="960120" cy="960120"/>
          </a:xfrm>
          <a:prstGeom prst="ellipse">
            <a:avLst/>
          </a:prstGeom>
          <a:solidFill>
            <a:srgbClr val="E8AE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75164" y="1078992"/>
            <a:ext cx="960120" cy="960120"/>
          </a:xfrm>
          <a:prstGeom prst="rect">
            <a:avLst/>
          </a:prstGeom>
          <a:noFill/>
        </p:spPr>
        <p:txBody>
          <a:bodyPr wrap="square" rtlCol="1" anchor="ctr" tIns="0" bIns="0" lIns="0" rIns="0">
            <a:spAutoFit/>
          </a:bodyPr>
          <a:lstStyle/>
          <a:p>
            <a:pPr algn="ctr" rtl="1"/>
            <a:r>
              <a:rPr lang="he-IL" sz="28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{DAMAGE_PERCENT}</a:t>
            </a:r>
          </a:p>
          <a:p>
            <a:pPr algn="ctr" rtl="1"/>
            <a:r>
              <a:rPr lang="he-IL" sz="1200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  <p:pic>
        <p:nvPicPr>
          <p:cNvPr id="5" name="Picture 4">
            <a:extLst>
              <a:ext uri="{FF2B5EF4-FFF2-40B4-BE49-F238E27FC236}">
                <ns3:creationId id="{EA0E0737-9A13-3187-0B8F-64280260EE8B}"/>
              </a:ext>
            </a:extLst>
          </p:cNvPr>
          <p:cNvPicPr>
            <a:picLocks noChangeAspect="1"/>
          </p:cNvPicPr>
          <p:nvPr/>
        </p:nvPicPr>
        <p:blipFill>
          <a:blip ns2:embed="rId3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0" y="0"/>
            <a:ext cx="3035808" cy="4114800"/>
          </a:xfrm>
          <a:prstGeom prst="rect">
            <a:avLst/>
          </a:prstGeom>
        </p:spPr>
      </p:pic>
      <p:sp>
        <p:nvSpPr>
          <p:cNvPr id="17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2200" b="1">
                <a:solidFill>
                  <a:srgbClr val="2F5552"/>
                </a:solidFill>
                <a:latin typeface="Aptos"/>
              </a:rPr>
              <a:t>עמדת העירייה</a:t>
            </a:r>
          </a:p>
          <a:p>
            <a:pPr algn="ctr"/>
            <a:r>
              <a:rPr sz="2000" b="1">
                <a:solidFill>
                  <a:srgbClr val="2F5552"/>
                </a:solidFill>
                <a:latin typeface="Aptos"/>
              </a:rPr>
              <a:t>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653528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2200" b="1">
                <a:solidFill>
                  <a:srgbClr val="2F5552"/>
                </a:solidFill>
                <a:latin typeface="Aptos"/>
              </a:rPr>
              <a:t>עמדת הבעלים</a:t>
            </a:r>
          </a:p>
          <a:p>
            <a:pPr algn="ctr"/>
            <a:r>
              <a:rPr sz="2000" b="1">
                <a:solidFill>
                  <a:srgbClr val="2F5552"/>
                </a:solidFill>
                <a:latin typeface="Aptos"/>
              </a:rPr>
              <a:t>{OWNER_POSITION}</a:t>
            </a:r>
          </a:p>
        </p:txBody>
      </p:sp>
    </p:spTree>
    <p:extLst>
      <p:ext uri="{BB962C8B-B14F-4D97-AF65-F5344CB8AC3E}">
        <ns4:creationId val="2354692379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25837</TotalTime>
  <Words>125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Assistant</vt:lpstr>
      <vt:lpstr>Calibri</vt:lpstr>
      <vt:lpstr>Tw Cen MT</vt:lpstr>
      <vt:lpstr>Wingdings 3</vt:lpstr>
      <vt:lpstr>אינטגרל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Kareem Araide</cp:lastModifiedBy>
  <cp:revision>1074</cp:revision>
  <cp:lastPrinted>2025-01-26T07:06:47Z</cp:lastPrinted>
  <dcterms:created xsi:type="dcterms:W3CDTF">2018-12-31T06:28:35Z</dcterms:created>
  <dcterms:modified xsi:type="dcterms:W3CDTF">2026-06-28T11:24:51Z</dcterms:modified>
</cp:coreProperties>
</file>