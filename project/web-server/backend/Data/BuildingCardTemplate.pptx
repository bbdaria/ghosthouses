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37" r:id="rId1"/>
  </p:sldMasterIdLst>
  <p:notesMasterIdLst>
    <p:notesMasterId r:id="rId3"/>
  </p:notesMasterIdLst>
  <p:sldIdLst>
    <p:sldId id="747" r:id="rId2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taliDD" initials="V" lastIdx="1" clrIdx="0">
    <p:extLst>
      <p:ext uri="{19B8F6BF-5375-455C-9EA6-DF929625EA0E}">
        <p15:presenceInfo xmlns:p15="http://schemas.microsoft.com/office/powerpoint/2012/main" userId="VitaliD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F50B"/>
    <a:srgbClr val="D4EBDB"/>
    <a:srgbClr val="FFFF00"/>
    <a:srgbClr val="FF6600"/>
    <a:srgbClr val="DEA900"/>
    <a:srgbClr val="EAB200"/>
    <a:srgbClr val="305250"/>
    <a:srgbClr val="E7C8B7"/>
    <a:srgbClr val="FFFFFF"/>
    <a:srgbClr val="35FF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סגנון ביניים 2 - הדגשה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סגנון ביניים 2 - הדגשה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124" autoAdjust="0"/>
    <p:restoredTop sz="95407" autoAdjust="0"/>
  </p:normalViewPr>
  <p:slideViewPr>
    <p:cSldViewPr snapToGrid="0">
      <p:cViewPr varScale="1">
        <p:scale>
          <a:sx n="105" d="100"/>
          <a:sy n="105" d="100"/>
        </p:scale>
        <p:origin x="726" y="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דובוב-דותן ויטלי" userId="b5f7de7b-54e1-4a3f-9416-31a449fb3524" providerId="ADAL" clId="{03BCFFEB-95F6-40A2-BF91-EC84C7D80E89}"/>
    <pc:docChg chg="modSld">
      <pc:chgData name="דובוב-דותן ויטלי" userId="b5f7de7b-54e1-4a3f-9416-31a449fb3524" providerId="ADAL" clId="{03BCFFEB-95F6-40A2-BF91-EC84C7D80E89}" dt="2026-01-13T18:37:14.791" v="0" actId="1076"/>
      <pc:docMkLst>
        <pc:docMk/>
      </pc:docMkLst>
      <pc:sldChg chg="modSp mod">
        <pc:chgData name="דובוב-דותן ויטלי" userId="b5f7de7b-54e1-4a3f-9416-31a449fb3524" providerId="ADAL" clId="{03BCFFEB-95F6-40A2-BF91-EC84C7D80E89}" dt="2026-01-13T18:37:14.791" v="0" actId="1076"/>
        <pc:sldMkLst>
          <pc:docMk/>
          <pc:sldMk cId="2354692379" sldId="747"/>
        </pc:sldMkLst>
        <pc:spChg chg="mod">
          <ac:chgData name="דובוב-דותן ויטלי" userId="b5f7de7b-54e1-4a3f-9416-31a449fb3524" providerId="ADAL" clId="{03BCFFEB-95F6-40A2-BF91-EC84C7D80E89}" dt="2026-01-13T18:37:14.791" v="0" actId="1076"/>
          <ac:spMkLst>
            <pc:docMk/>
            <pc:sldMk cId="2354692379" sldId="747"/>
            <ac:spMk id="28" creationId="{2576C175-3BF1-9365-5DE4-6A895245D8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52016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>
                <a:cs typeface="Calibri" panose="020F0502020204030204" pitchFamily="34" charset="0"/>
              </a:defRPr>
            </a:lvl1pPr>
          </a:lstStyle>
          <a:p>
            <a:endParaRPr lang="he-IL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74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>
                <a:cs typeface="Calibri" panose="020F0502020204030204" pitchFamily="34" charset="0"/>
              </a:defRPr>
            </a:lvl1pPr>
          </a:lstStyle>
          <a:p>
            <a:fld id="{2235085D-1097-4D16-8C89-046FBDEE899B}" type="datetimeFigureOut">
              <a:rPr lang="he-IL" smtClean="0"/>
              <a:pPr/>
              <a:t>כ"ד/טבת/תשפ"ו</a:t>
            </a:fld>
            <a:endParaRPr lang="he-IL" dirty="0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 dirty="0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dirty="0"/>
              <a:t>ערוך סגנונות טקסט של תבנית בסיס</a:t>
            </a:r>
          </a:p>
          <a:p>
            <a:pPr lvl="1"/>
            <a:r>
              <a:rPr lang="he-IL" dirty="0"/>
              <a:t>רמה שניה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52016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>
                <a:cs typeface="Calibri" panose="020F0502020204030204" pitchFamily="34" charset="0"/>
              </a:defRPr>
            </a:lvl1pPr>
          </a:lstStyle>
          <a:p>
            <a:endParaRPr lang="he-IL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7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>
                <a:cs typeface="Calibri" panose="020F0502020204030204" pitchFamily="34" charset="0"/>
              </a:defRPr>
            </a:lvl1pPr>
          </a:lstStyle>
          <a:p>
            <a:fld id="{738B8594-BAF9-4904-9FCA-8C34DAF6104E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55061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Calibri" panose="020F0502020204030204" pitchFamily="34" charset="0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Calibri" panose="020F0502020204030204" pitchFamily="34" charset="0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Calibri" panose="020F0502020204030204" pitchFamily="34" charset="0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Calibri" panose="020F0502020204030204" pitchFamily="34" charset="0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Calibri" panose="020F0502020204030204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4"/>
            <a:ext cx="12192000" cy="457200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4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48125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725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 marL="457189" indent="0" algn="ctr">
              <a:buNone/>
              <a:defRPr sz="18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800"/>
            </a:lvl4pPr>
            <a:lvl5pPr marL="1828754" indent="0" algn="ctr">
              <a:buNone/>
              <a:defRPr sz="1800"/>
            </a:lvl5pPr>
            <a:lvl6pPr marL="2285943" indent="0" algn="ctr">
              <a:buNone/>
              <a:defRPr sz="1800"/>
            </a:lvl6pPr>
            <a:lvl7pPr marL="2743131" indent="0" algn="ctr">
              <a:buNone/>
              <a:defRPr sz="1800"/>
            </a:lvl7pPr>
            <a:lvl8pPr marL="3200320" indent="0" algn="ctr">
              <a:buNone/>
              <a:defRPr sz="1800"/>
            </a:lvl8pPr>
            <a:lvl9pPr marL="3657509" indent="0" algn="ctr">
              <a:buNone/>
              <a:defRPr sz="18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06D97635-68D3-4231-B6D3-E01CF285EE9C}" type="datetime8">
              <a:rPr lang="he-IL" smtClean="0"/>
              <a:pPr/>
              <a:t>13 ינואר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F22CDE36-7B02-4562-91DC-14257561E23C}" type="slidenum">
              <a:rPr lang="he-IL" smtClean="0"/>
              <a:pPr/>
              <a:t>‹#›</a:t>
            </a:fld>
            <a:endParaRPr lang="he-I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871993" y="5264106"/>
            <a:ext cx="0" cy="9144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540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2pPr>
            <a:lvl3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3pPr>
            <a:lvl4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4pPr>
            <a:lvl5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8D7207FB-0423-4EBC-BC71-093AC5750AD0}" type="datetime8">
              <a:rPr lang="he-IL" smtClean="0"/>
              <a:pPr/>
              <a:t>13 ינואר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F22CDE36-7B02-4562-91DC-14257561E23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420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4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4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997" y="4960137"/>
            <a:ext cx="11458831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1EDE2-E23E-4D45-97E7-8B22884C3954}" type="datetime8">
              <a:rPr lang="he-IL" smtClean="0"/>
              <a:t>13 ינואר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1789068" y="5264106"/>
            <a:ext cx="0" cy="9144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91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D2518-068A-4B4E-9411-11F0D777D01C}" type="datetime8">
              <a:rPr lang="he-IL" smtClean="0"/>
              <a:t>13 ינואר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9251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2pPr>
            <a:lvl3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3pPr>
            <a:lvl4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4pPr>
            <a:lvl5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 algn="r" rtl="1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Assistant" panose="00000500000000000000" pitchFamily="2" charset="-79"/>
                <a:ea typeface="+mn-ea"/>
                <a:cs typeface="Assistant" panose="00000500000000000000" pitchFamily="2" charset="-79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he-IL" dirty="0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2pPr>
            <a:lvl3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3pPr>
            <a:lvl4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4pPr>
            <a:lvl5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0F1C5475-1302-4305-92B3-B5D3D4D128BD}" type="datetime8">
              <a:rPr lang="he-IL" smtClean="0"/>
              <a:pPr/>
              <a:t>13 ינואר 26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F22CDE36-7B02-4562-91DC-14257561E23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5238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98EE1D82-A631-49C7-A4BC-CF56C1A36EBF}" type="datetime8">
              <a:rPr lang="he-IL" smtClean="0"/>
              <a:pPr/>
              <a:t>13 ינואר 26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F22CDE36-7B02-4562-91DC-14257561E23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09093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53D4-AB26-4510-80F0-851F863F6D73}" type="datetime8">
              <a:rPr lang="he-IL" smtClean="0"/>
              <a:t>13 ינואר 26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5171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2F0F-C3DA-4E52-B4E3-B2BD22748E6D}" type="datetime8">
              <a:rPr lang="he-IL" smtClean="0"/>
              <a:t>13 ינואר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22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CD77F-7A8D-4C44-9CE3-16F0C0070A60}" type="datetime8">
              <a:rPr lang="he-IL" smtClean="0"/>
              <a:t>13 ינואר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97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C3CD-2DD7-4739-91FD-190E7B42CACD}" type="datetime8">
              <a:rPr lang="he-IL" smtClean="0"/>
              <a:t>13 ינואר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0484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762000"/>
            <a:ext cx="2628900" cy="5410200"/>
          </a:xfrm>
        </p:spPr>
        <p:txBody>
          <a:bodyPr vert="eaVert" lIns="45720" tIns="91440" rIns="45720" bIns="91440">
            <a:normAutofit/>
          </a:bodyPr>
          <a:lstStyle>
            <a:lvl1pPr>
              <a:defRPr sz="4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3" y="762000"/>
            <a:ext cx="7581900" cy="5410200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BFC87-1F72-462A-BCEA-1A814EAC5254}" type="datetime8">
              <a:rPr lang="he-IL" smtClean="0"/>
              <a:t>13 ינואר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525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08960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 dirty="0"/>
              <a:t>לחץ כדי לערוך סגנון כותרת של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876425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1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864DF5F2-D2BF-431E-BFF9-A44526EEADB6}" type="datetime8">
              <a:rPr lang="he-IL" smtClean="0"/>
              <a:pPr/>
              <a:t>13 ינואר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F22CDE36-7B02-4562-91DC-14257561E23C}" type="slidenum">
              <a:rPr lang="he-IL" smtClean="0"/>
              <a:pPr/>
              <a:t>‹#›</a:t>
            </a:fld>
            <a:endParaRPr lang="he-IL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10940307" y="760422"/>
            <a:ext cx="0" cy="9144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85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hdr="0" ftr="0" dt="0"/>
  <p:txStyles>
    <p:titleStyle>
      <a:lvl1pPr algn="r" defTabSz="914377" rtl="1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accent6">
              <a:lumMod val="50000"/>
            </a:schemeClr>
          </a:solidFill>
          <a:latin typeface="Assistant" panose="00000500000000000000" pitchFamily="2" charset="-79"/>
          <a:ea typeface="+mj-ea"/>
          <a:cs typeface="Assistant" panose="00000500000000000000" pitchFamily="2" charset="-79"/>
        </a:defRPr>
      </a:lvl1pPr>
    </p:titleStyle>
    <p:bodyStyle>
      <a:lvl1pPr marL="91438" indent="-91438" algn="r" defTabSz="914377" rtl="1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Assistant" panose="00000500000000000000" pitchFamily="2" charset="-79"/>
          <a:ea typeface="+mn-ea"/>
          <a:cs typeface="Assistant" panose="00000500000000000000" pitchFamily="2" charset="-79"/>
        </a:defRPr>
      </a:lvl1pPr>
      <a:lvl2pPr marL="265169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Assistant" panose="00000500000000000000" pitchFamily="2" charset="-79"/>
          <a:ea typeface="+mn-ea"/>
          <a:cs typeface="Assistant" panose="00000500000000000000" pitchFamily="2" charset="-79"/>
        </a:defRPr>
      </a:lvl2pPr>
      <a:lvl3pPr marL="448045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Assistant" panose="00000500000000000000" pitchFamily="2" charset="-79"/>
          <a:ea typeface="+mn-ea"/>
          <a:cs typeface="Assistant" panose="00000500000000000000" pitchFamily="2" charset="-79"/>
        </a:defRPr>
      </a:lvl3pPr>
      <a:lvl4pPr marL="594345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Assistant" panose="00000500000000000000" pitchFamily="2" charset="-79"/>
          <a:ea typeface="+mn-ea"/>
          <a:cs typeface="Assistant" panose="00000500000000000000" pitchFamily="2" charset="-79"/>
        </a:defRPr>
      </a:lvl4pPr>
      <a:lvl5pPr marL="777221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Assistant" panose="00000500000000000000" pitchFamily="2" charset="-79"/>
          <a:ea typeface="+mn-ea"/>
          <a:cs typeface="Assistant" panose="00000500000000000000" pitchFamily="2" charset="-79"/>
        </a:defRPr>
      </a:lvl5pPr>
      <a:lvl6pPr marL="914377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677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22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22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powerpoint/2010/main" xmlns:ns5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 rotWithShape="1">
          <a:blip ns2:embed="rId2"/>
          <a:srcRect r="10124"/>
          <a:stretch/>
        </p:blipFill>
        <p:spPr>
          <a:xfrm>
            <a:off x="-10895" y="4120369"/>
            <a:ext cx="3084295" cy="2737631"/>
          </a:xfrm>
          <a:prstGeom prst="rect">
            <a:avLst/>
          </a:prstGeom>
        </p:spPr>
      </p:pic>
      <p:sp>
        <p:nvSpPr>
          <p:cNvPr id="32" name="אליפסה 31"/>
          <p:cNvSpPr/>
          <p:nvPr/>
        </p:nvSpPr>
        <p:spPr>
          <a:xfrm>
            <a:off x="1193067" y="5885973"/>
            <a:ext cx="468000" cy="4667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מלבן 15"/>
          <p:cNvSpPr/>
          <p:nvPr/>
        </p:nvSpPr>
        <p:spPr>
          <a:xfrm>
            <a:off x="3077019" y="-1"/>
            <a:ext cx="91240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תיבת טקסט 9">
            <a:extLst>
              <a:ext uri="{FF2B5EF4-FFF2-40B4-BE49-F238E27FC236}">
                <ns3:creationId id="{2576C175-3BF1-9365-5DE4-6A895245D818}"/>
              </a:ext>
            </a:extLst>
          </p:cNvPr>
          <p:cNvSpPr txBox="1"/>
          <p:nvPr/>
        </p:nvSpPr>
        <p:spPr>
          <a:xfrm>
            <a:off x="3072925" y="4059749"/>
            <a:ext cx="4504881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עמדת העירייה</a:t>
            </a:r>
          </a:p>
        </p:txBody>
      </p:sp>
      <p:sp>
        <p:nvSpPr>
          <p:cNvPr id="18" name="תיבת טקסט 9">
            <a:extLst>
              <a:ext uri="{FF2B5EF4-FFF2-40B4-BE49-F238E27FC236}">
                <ns3:creationId id="{2576C175-3BF1-9365-5DE4-6A895245D818}"/>
              </a:ext>
            </a:extLst>
          </p:cNvPr>
          <p:cNvSpPr txBox="1"/>
          <p:nvPr/>
        </p:nvSpPr>
        <p:spPr>
          <a:xfrm>
            <a:off x="7577806" y="4053469"/>
            <a:ext cx="4605550" cy="2246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עמדת הבעלים</a:t>
            </a:r>
          </a:p>
          <a:p>
            <a:pPr algn="r" rtl="1"/>
            <a:endParaRPr lang="he-IL" sz="1600" dirty="0">
              <a:solidFill>
                <a:srgbClr val="3052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sz="2800" dirty="0">
              <a:solidFill>
                <a:srgbClr val="3052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sz="3200" dirty="0">
              <a:solidFill>
                <a:srgbClr val="3052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sz="3200" dirty="0">
              <a:solidFill>
                <a:srgbClr val="3052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תיבת טקסט 9">
            <a:extLst>
              <a:ext uri="{FF2B5EF4-FFF2-40B4-BE49-F238E27FC236}">
                <ns3:creationId id="{2576C175-3BF1-9365-5DE4-6A895245D818}"/>
              </a:ext>
            </a:extLst>
          </p:cNvPr>
          <p:cNvSpPr txBox="1"/>
          <p:nvPr/>
        </p:nvSpPr>
        <p:spPr>
          <a:xfrm>
            <a:off x="6858000" y="-1"/>
            <a:ext cx="5333994" cy="923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{STREET_NAME} {HOUSE_NUMBER}</a:t>
            </a:r>
          </a:p>
        </p:txBody>
      </p:sp>
      <p:sp>
        <p:nvSpPr>
          <p:cNvPr id="20" name="תיבת טקסט 9">
            <a:extLst>
              <a:ext uri="{FF2B5EF4-FFF2-40B4-BE49-F238E27FC236}">
                <ns3:creationId id="{2576C175-3BF1-9365-5DE4-6A895245D818}"/>
              </a:ext>
            </a:extLst>
          </p:cNvPr>
          <p:cNvSpPr txBox="1"/>
          <p:nvPr/>
        </p:nvSpPr>
        <p:spPr>
          <a:xfrm>
            <a:off x="10042070" y="2293206"/>
            <a:ext cx="2158779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יעוד</a:t>
            </a:r>
          </a:p>
          <a:p>
            <a:pPr algn="r" rtl="1"/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</a:t>
            </a:r>
          </a:p>
          <a:p>
            <a:pPr algn="r" rtl="1"/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</a:t>
            </a:r>
          </a:p>
        </p:txBody>
      </p:sp>
      <p:sp>
        <p:nvSpPr>
          <p:cNvPr id="21" name="תיבת טקסט 9">
            <a:extLst>
              <a:ext uri="{FF2B5EF4-FFF2-40B4-BE49-F238E27FC236}">
                <ns3:creationId id="{2576C175-3BF1-9365-5DE4-6A895245D818}"/>
              </a:ext>
            </a:extLst>
          </p:cNvPr>
          <p:cNvSpPr txBox="1"/>
          <p:nvPr/>
        </p:nvSpPr>
        <p:spPr>
          <a:xfrm>
            <a:off x="3507003" y="409144"/>
            <a:ext cx="3127822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2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גוש 10864 חלקה 173</a:t>
            </a:r>
          </a:p>
        </p:txBody>
      </p:sp>
      <p:sp>
        <p:nvSpPr>
          <p:cNvPr id="23" name="תיבת טקסט 9">
            <a:extLst>
              <a:ext uri="{FF2B5EF4-FFF2-40B4-BE49-F238E27FC236}">
                <ns3:creationId id="{2576C175-3BF1-9365-5DE4-6A895245D818}"/>
              </a:ext>
            </a:extLst>
          </p:cNvPr>
          <p:cNvSpPr txBox="1"/>
          <p:nvPr/>
        </p:nvSpPr>
        <p:spPr>
          <a:xfrm>
            <a:off x="2998178" y="1504365"/>
            <a:ext cx="9202672" cy="8002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סטטוס</a:t>
            </a:r>
          </a:p>
          <a:p>
            <a:pPr algn="r" rtl="1"/>
            <a:endParaRPr lang="he-IL" sz="1400" dirty="0">
              <a:solidFill>
                <a:srgbClr val="3052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מלבן 24"/>
          <p:cNvSpPr/>
          <p:nvPr/>
        </p:nvSpPr>
        <p:spPr>
          <a:xfrm>
            <a:off x="2993891" y="919589"/>
            <a:ext cx="9215817" cy="5847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בעלות: פרטית </a:t>
            </a:r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___שם הבעלים________</a:t>
            </a:r>
          </a:p>
        </p:txBody>
      </p:sp>
      <p:sp>
        <p:nvSpPr>
          <p:cNvPr id="27" name="אליפסה 26"/>
          <p:cNvSpPr/>
          <p:nvPr/>
        </p:nvSpPr>
        <p:spPr>
          <a:xfrm>
            <a:off x="3171159" y="52319"/>
            <a:ext cx="1260000" cy="126000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sz="7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graphicFrame>
        <p:nvGraphicFramePr>
          <p:cNvPr id="2" name="טבלה 1"/>
          <p:cNvGraphicFramePr>
            <a:graphicFrameLocks noGrp="1"/>
          </p:cNvGraphicFramePr>
          <p:nvPr>
            <p:extLst>
              <p:ext uri="{D42A27DB-BD31-4B8C-83A1-F6EECF244321}">
                <ns4:modId val="1855143216"/>
              </p:ext>
            </p:extLst>
          </p:nvPr>
        </p:nvGraphicFramePr>
        <p:xfrm>
          <a:off x="2732739" y="3307190"/>
          <a:ext cx="9468046" cy="8280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2284730">
                  <a:extLst>
                    <a:ext uri="{9D8B030D-6E8A-4147-A177-3AD203B41FA5}">
                      <ns3:colId val="720534580"/>
                    </a:ext>
                  </a:extLst>
                </a:gridCol>
                <a:gridCol w="1638944">
                  <a:extLst>
                    <a:ext uri="{9D8B030D-6E8A-4147-A177-3AD203B41FA5}">
                      <ns3:colId val="3385606801"/>
                    </a:ext>
                  </a:extLst>
                </a:gridCol>
                <a:gridCol w="1824722">
                  <a:extLst>
                    <a:ext uri="{9D8B030D-6E8A-4147-A177-3AD203B41FA5}">
                      <ns3:colId val="1287329000"/>
                    </a:ext>
                  </a:extLst>
                </a:gridCol>
                <a:gridCol w="1824722">
                  <a:extLst>
                    <a:ext uri="{9D8B030D-6E8A-4147-A177-3AD203B41FA5}">
                      <ns3:colId val="3932464124"/>
                    </a:ext>
                  </a:extLst>
                </a:gridCol>
                <a:gridCol w="1894928">
                  <a:extLst>
                    <a:ext uri="{9D8B030D-6E8A-4147-A177-3AD203B41FA5}">
                      <ns3:colId val="483288508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r" rtl="1"/>
                      <a:r>
                        <a:rPr lang="he-IL" sz="3200" b="1" kern="1200" dirty="0">
                          <a:solidFill>
                            <a:srgbClr val="3052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אכיפה פעילה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פיקוח כללי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פיקוח הבניה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צו שיפוץ חזיתות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extLst>
                  <a:ext uri="{0D108BD9-81ED-4DB2-BD59-A6C34878D82A}">
                    <ns3:rowId val="103294779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he-IL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he-IL" sz="240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he-IL" sz="240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sz="240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extLst>
                  <a:ext uri="{0D108BD9-81ED-4DB2-BD59-A6C34878D82A}">
                    <ns3:rowId val="4286580349"/>
                  </a:ext>
                </a:extLst>
              </a:tr>
            </a:tbl>
          </a:graphicData>
        </a:graphic>
      </p:graphicFrame>
      <p:pic>
        <p:nvPicPr>
          <p:cNvPr id="29" name="תמונה 28"/>
          <p:cNvPicPr>
            <a:picLocks noChangeAspect="1"/>
          </p:cNvPicPr>
          <p:nvPr/>
        </p:nvPicPr>
        <p:blipFill rotWithShape="1">
          <a:blip ns2:embed="rId3" cstate="print">
            <a:extLst>
              <a:ext uri="{28A0092B-C50C-407E-A947-70E740481C1C}">
                <ns5:useLocalDpi val="0"/>
              </a:ext>
            </a:extLst>
          </a:blip>
          <a:srcRect l="30712" r="13481"/>
          <a:stretch/>
        </p:blipFill>
        <p:spPr>
          <a:xfrm>
            <a:off x="-8965" y="-1"/>
            <a:ext cx="3065930" cy="4120370"/>
          </a:xfrm>
          <a:prstGeom prst="rect">
            <a:avLst/>
          </a:prstGeom>
        </p:spPr>
      </p:pic>
      <p:sp>
        <p:nvSpPr>
          <p:cNvPr id="33" name="תיבת טקסט 9">
            <a:extLst>
              <a:ext uri="{FF2B5EF4-FFF2-40B4-BE49-F238E27FC236}">
                <ns3:creationId id="{2576C175-3BF1-9365-5DE4-6A895245D818}"/>
              </a:ext>
            </a:extLst>
          </p:cNvPr>
          <p:cNvSpPr txBox="1"/>
          <p:nvPr/>
        </p:nvSpPr>
        <p:spPr>
          <a:xfrm>
            <a:off x="3068161" y="2297239"/>
            <a:ext cx="2549734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תכנון</a:t>
            </a:r>
          </a:p>
          <a:p>
            <a:pPr algn="r" rtl="1"/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</a:t>
            </a:r>
          </a:p>
          <a:p>
            <a:pPr algn="r" rtl="1"/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</a:t>
            </a:r>
          </a:p>
        </p:txBody>
      </p:sp>
      <p:sp>
        <p:nvSpPr>
          <p:cNvPr id="22" name="תיבת טקסט 9">
            <a:extLst>
              <a:ext uri="{FF2B5EF4-FFF2-40B4-BE49-F238E27FC236}">
                <ns3:creationId id="{2576C175-3BF1-9365-5DE4-6A895245D818}"/>
              </a:ext>
            </a:extLst>
          </p:cNvPr>
          <p:cNvSpPr txBox="1"/>
          <p:nvPr/>
        </p:nvSpPr>
        <p:spPr>
          <a:xfrm>
            <a:off x="7863237" y="2309577"/>
            <a:ext cx="2158779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שימור</a:t>
            </a:r>
          </a:p>
          <a:p>
            <a:pPr algn="r" rtl="1"/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</a:t>
            </a:r>
          </a:p>
          <a:p>
            <a:pPr algn="r" rtl="1"/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</a:t>
            </a:r>
          </a:p>
        </p:txBody>
      </p:sp>
      <p:sp>
        <p:nvSpPr>
          <p:cNvPr id="28" name="תיבת טקסט 9">
            <a:extLst>
              <a:ext uri="{FF2B5EF4-FFF2-40B4-BE49-F238E27FC236}">
                <ns3:creationId id="{2576C175-3BF1-9365-5DE4-6A895245D818}"/>
              </a:ext>
            </a:extLst>
          </p:cNvPr>
          <p:cNvSpPr txBox="1"/>
          <p:nvPr/>
        </p:nvSpPr>
        <p:spPr>
          <a:xfrm>
            <a:off x="5637727" y="2300552"/>
            <a:ext cx="2158779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רישוי</a:t>
            </a:r>
          </a:p>
          <a:p>
            <a:pPr algn="r" rtl="1"/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</a:t>
            </a:r>
          </a:p>
          <a:p>
            <a:pPr algn="r" rtl="1"/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</a:t>
            </a:r>
          </a:p>
        </p:txBody>
      </p:sp>
      <p:sp>
        <p:nvSpPr>
          <p:cNvPr id="26" name="אליפסה 25"/>
          <p:cNvSpPr/>
          <p:nvPr/>
        </p:nvSpPr>
        <p:spPr>
          <a:xfrm>
            <a:off x="3166394" y="1410041"/>
            <a:ext cx="1260000" cy="12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76797" y="1591192"/>
            <a:ext cx="1461708" cy="8925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1,386 </a:t>
            </a:r>
          </a:p>
          <a:p>
            <a:pPr algn="ctr" rtl="1"/>
            <a:r>
              <a:rPr lang="he-IL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מ"ר בנוי</a:t>
            </a:r>
          </a:p>
        </p:txBody>
      </p:sp>
      <p:sp>
        <p:nvSpPr>
          <p:cNvPr id="24" name="אליפסה 23"/>
          <p:cNvSpPr/>
          <p:nvPr/>
        </p:nvSpPr>
        <p:spPr>
          <a:xfrm>
            <a:off x="3171159" y="2763547"/>
            <a:ext cx="1260000" cy="1260000"/>
          </a:xfrm>
          <a:prstGeom prst="ellipse">
            <a:avLst/>
          </a:prstGeom>
          <a:solidFill>
            <a:srgbClr val="EAB2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85878" y="2925779"/>
            <a:ext cx="1461708" cy="8925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87% </a:t>
            </a:r>
          </a:p>
          <a:p>
            <a:pPr algn="ctr" rtl="1"/>
            <a:r>
              <a:rPr lang="he-IL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ניזוק פטור</a:t>
            </a:r>
          </a:p>
        </p:txBody>
      </p:sp>
    </p:spTree>
    <p:extLst>
      <p:ext uri="{BB962C8B-B14F-4D97-AF65-F5344CB8AC3E}">
        <ns4:creationId val="2354692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ינטגרל">
  <a:themeElements>
    <a:clrScheme name="אינטגרל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אינטגרל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אינטגרל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25836</TotalTime>
  <Words>50</Words>
  <Application>Microsoft Office PowerPoint</Application>
  <PresentationFormat>מסך רחב</PresentationFormat>
  <Paragraphs>32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Assistant</vt:lpstr>
      <vt:lpstr>Calibri</vt:lpstr>
      <vt:lpstr>Tw Cen MT</vt:lpstr>
      <vt:lpstr>Wingdings 3</vt:lpstr>
      <vt:lpstr>אינטגרל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דובוב-דותן ויטלי</dc:creator>
  <cp:lastModifiedBy>דובוב-דותן ויטלי</cp:lastModifiedBy>
  <cp:revision>1074</cp:revision>
  <cp:lastPrinted>2025-01-26T07:06:47Z</cp:lastPrinted>
  <dcterms:created xsi:type="dcterms:W3CDTF">2018-12-31T06:28:35Z</dcterms:created>
  <dcterms:modified xsi:type="dcterms:W3CDTF">2026-01-13T18:37:24Z</dcterms:modified>
</cp:coreProperties>
</file>